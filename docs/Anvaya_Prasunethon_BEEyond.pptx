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955" y="869261"/>
            <a:ext cx="6050089" cy="340497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5564419" y="2073306"/>
            <a:ext cx="1418634" cy="1196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0525" y="409575"/>
            <a:ext cx="186749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584053"/>
                </a:solidFill>
                <a:latin typeface="Roboto"/>
              </a:rPr>
              <a:t>Prasunethon 2.0 Pitch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475" y="8667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9969" y="1293357"/>
            <a:ext cx="2513114" cy="590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4600" b="1">
                <a:solidFill>
                  <a:srgbClr val="584053"/>
                </a:solidFill>
                <a:latin typeface="Shantell Sans"/>
              </a:rPr>
              <a:t>ANVAYA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90437" y="2381250"/>
            <a:ext cx="2750353" cy="1143000"/>
            <a:chOff x="190437" y="2381250"/>
            <a:chExt cx="2750353" cy="1143000"/>
          </a:xfrm>
        </p:grpSpPr>
        <p:sp>
          <p:nvSpPr>
            <p:cNvPr id="7" name="TextBox 6"/>
            <p:cNvSpPr txBox="1"/>
            <p:nvPr/>
          </p:nvSpPr>
          <p:spPr>
            <a:xfrm>
              <a:off x="190437" y="2381250"/>
              <a:ext cx="275035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584053"/>
                  </a:solidFill>
                  <a:latin typeface="Roboto"/>
                </a:rPr>
                <a:t>See. Understand. Explain. Alert.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0437" y="2838450"/>
              <a:ext cx="2750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AI-Powered Accessibility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0437" y="3067050"/>
              <a:ext cx="2750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Assistant for Blind &amp; Low-Vision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0437" y="3295650"/>
              <a:ext cx="2750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Users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525" y="4505325"/>
            <a:ext cx="202718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584053"/>
                </a:solidFill>
                <a:latin typeface="Roboto"/>
              </a:rPr>
              <a:t>Presented by J Bahulika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52859" y="3333301"/>
            <a:ext cx="681437" cy="258727"/>
          </a:xfrm>
          <a:custGeom>
            <a:avLst/>
            <a:gdLst/>
            <a:ahLst/>
            <a:cxnLst/>
            <a:rect l="0" t="0" r="0" b="0"/>
            <a:pathLst>
              <a:path w="681437" h="258727">
                <a:moveTo>
                  <a:pt x="125091" y="238163"/>
                </a:moveTo>
                <a:lnTo>
                  <a:pt x="182203" y="258727"/>
                </a:lnTo>
                <a:cubicBezTo>
                  <a:pt x="374313" y="220303"/>
                  <a:pt x="521093" y="195510"/>
                  <a:pt x="674150" y="160334"/>
                </a:cubicBezTo>
                <a:cubicBezTo>
                  <a:pt x="674150" y="116224"/>
                  <a:pt x="681437" y="81019"/>
                  <a:pt x="674150" y="47367"/>
                </a:cubicBezTo>
                <a:cubicBezTo>
                  <a:pt x="622915" y="28870"/>
                  <a:pt x="590330" y="7286"/>
                  <a:pt x="542963" y="0"/>
                </a:cubicBezTo>
                <a:cubicBezTo>
                  <a:pt x="393553" y="14573"/>
                  <a:pt x="304628" y="38385"/>
                  <a:pt x="151914" y="62988"/>
                </a:cubicBezTo>
                <a:cubicBezTo>
                  <a:pt x="149047" y="74190"/>
                  <a:pt x="140246" y="88249"/>
                  <a:pt x="120253" y="91106"/>
                </a:cubicBezTo>
                <a:cubicBezTo>
                  <a:pt x="99774" y="94030"/>
                  <a:pt x="79295" y="96954"/>
                  <a:pt x="39957" y="81019"/>
                </a:cubicBezTo>
                <a:lnTo>
                  <a:pt x="0" y="87458"/>
                </a:lnTo>
                <a:lnTo>
                  <a:pt x="0" y="161515"/>
                </a:lnTo>
                <a:cubicBezTo>
                  <a:pt x="41757" y="168611"/>
                  <a:pt x="66636" y="178984"/>
                  <a:pt x="106270" y="195510"/>
                </a:cubicBezTo>
                <a:lnTo>
                  <a:pt x="109318" y="196776"/>
                </a:lnTo>
                <a:cubicBezTo>
                  <a:pt x="135512" y="207692"/>
                  <a:pt x="130330" y="226447"/>
                  <a:pt x="125091" y="238163"/>
                </a:cubicBezTo>
                <a:moveTo>
                  <a:pt x="182203" y="145761"/>
                </a:moveTo>
                <a:lnTo>
                  <a:pt x="182203" y="258727"/>
                </a:lnTo>
                <a:moveTo>
                  <a:pt x="674150" y="47367"/>
                </a:moveTo>
                <a:lnTo>
                  <a:pt x="182203" y="145761"/>
                </a:lnTo>
                <a:moveTo>
                  <a:pt x="182203" y="145761"/>
                </a:moveTo>
                <a:lnTo>
                  <a:pt x="0" y="87458"/>
                </a:lnTo>
                <a:moveTo>
                  <a:pt x="108413" y="232162"/>
                </a:moveTo>
                <a:cubicBezTo>
                  <a:pt x="107403" y="225761"/>
                  <a:pt x="105022" y="220141"/>
                  <a:pt x="102031" y="218646"/>
                </a:cubicBezTo>
                <a:cubicBezTo>
                  <a:pt x="96202" y="215722"/>
                  <a:pt x="65589" y="207711"/>
                  <a:pt x="47367" y="207711"/>
                </a:cubicBezTo>
                <a:cubicBezTo>
                  <a:pt x="45910" y="207711"/>
                  <a:pt x="44596" y="208083"/>
                  <a:pt x="43424" y="208768"/>
                </a:cubicBezTo>
              </a:path>
            </a:pathLst>
          </a:custGeom>
          <a:solidFill>
            <a:srgbClr val="F97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52859" y="3333301"/>
            <a:ext cx="681434" cy="258726"/>
          </a:xfrm>
          <a:custGeom>
            <a:avLst/>
            <a:gdLst/>
            <a:ahLst/>
            <a:cxnLst/>
            <a:rect l="0" t="0" r="0" b="0"/>
            <a:pathLst>
              <a:path w="681434" h="258726">
                <a:moveTo>
                  <a:pt x="125093" y="238167"/>
                </a:moveTo>
                <a:lnTo>
                  <a:pt x="182201" y="258726"/>
                </a:lnTo>
                <a:cubicBezTo>
                  <a:pt x="374318" y="220303"/>
                  <a:pt x="521096" y="195508"/>
                  <a:pt x="674146" y="160337"/>
                </a:cubicBezTo>
                <a:cubicBezTo>
                  <a:pt x="674146" y="116222"/>
                  <a:pt x="681434" y="81020"/>
                  <a:pt x="674146" y="47372"/>
                </a:cubicBezTo>
                <a:cubicBezTo>
                  <a:pt x="622915" y="28872"/>
                  <a:pt x="590333" y="7288"/>
                  <a:pt x="542961" y="0"/>
                </a:cubicBezTo>
                <a:cubicBezTo>
                  <a:pt x="393555" y="14576"/>
                  <a:pt x="304629" y="38389"/>
                  <a:pt x="151918" y="62987"/>
                </a:cubicBezTo>
                <a:cubicBezTo>
                  <a:pt x="149048" y="74193"/>
                  <a:pt x="140248" y="88245"/>
                  <a:pt x="120253" y="91102"/>
                </a:cubicBezTo>
                <a:cubicBezTo>
                  <a:pt x="99773" y="94027"/>
                  <a:pt x="79294" y="96953"/>
                  <a:pt x="39956" y="81020"/>
                </a:cubicBezTo>
                <a:lnTo>
                  <a:pt x="0" y="87456"/>
                </a:lnTo>
                <a:lnTo>
                  <a:pt x="0" y="161517"/>
                </a:lnTo>
                <a:cubicBezTo>
                  <a:pt x="41753" y="168614"/>
                  <a:pt x="66635" y="178986"/>
                  <a:pt x="106270" y="195508"/>
                </a:cubicBezTo>
                <a:lnTo>
                  <a:pt x="109321" y="196779"/>
                </a:lnTo>
                <a:cubicBezTo>
                  <a:pt x="135508" y="207691"/>
                  <a:pt x="130330" y="226443"/>
                  <a:pt x="125093" y="238167"/>
                </a:cubicBezTo>
                <a:close/>
                <a:moveTo>
                  <a:pt x="182201" y="145761"/>
                </a:moveTo>
                <a:lnTo>
                  <a:pt x="182201" y="258726"/>
                </a:lnTo>
                <a:moveTo>
                  <a:pt x="674146" y="47372"/>
                </a:moveTo>
                <a:lnTo>
                  <a:pt x="182201" y="145761"/>
                </a:lnTo>
                <a:moveTo>
                  <a:pt x="182201" y="145761"/>
                </a:moveTo>
                <a:lnTo>
                  <a:pt x="0" y="87456"/>
                </a:lnTo>
                <a:moveTo>
                  <a:pt x="108411" y="232162"/>
                </a:moveTo>
                <a:cubicBezTo>
                  <a:pt x="107404" y="225763"/>
                  <a:pt x="105026" y="220138"/>
                  <a:pt x="102032" y="218642"/>
                </a:cubicBezTo>
                <a:cubicBezTo>
                  <a:pt x="96202" y="215726"/>
                  <a:pt x="65592" y="207709"/>
                  <a:pt x="47372" y="207709"/>
                </a:cubicBezTo>
                <a:cubicBezTo>
                  <a:pt x="45914" y="207709"/>
                  <a:pt x="44598" y="208086"/>
                  <a:pt x="43420" y="208765"/>
                </a:cubicBezTo>
              </a:path>
            </a:pathLst>
          </a:custGeom>
          <a:noFill/>
          <a:ln w="10929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6656" y="2683993"/>
            <a:ext cx="619486" cy="275329"/>
          </a:xfrm>
          <a:custGeom>
            <a:avLst/>
            <a:gdLst/>
            <a:ahLst/>
            <a:cxnLst/>
            <a:rect l="0" t="0" r="0" b="0"/>
            <a:pathLst>
              <a:path w="619486" h="275329">
                <a:moveTo>
                  <a:pt x="0" y="47367"/>
                </a:moveTo>
                <a:lnTo>
                  <a:pt x="0" y="149409"/>
                </a:lnTo>
                <a:cubicBezTo>
                  <a:pt x="120253" y="189642"/>
                  <a:pt x="215626" y="226152"/>
                  <a:pt x="353787" y="275329"/>
                </a:cubicBezTo>
                <a:cubicBezTo>
                  <a:pt x="353358" y="269347"/>
                  <a:pt x="354568" y="263813"/>
                  <a:pt x="357111" y="258727"/>
                </a:cubicBezTo>
                <a:cubicBezTo>
                  <a:pt x="364407" y="244154"/>
                  <a:pt x="378980" y="238077"/>
                  <a:pt x="389915" y="240506"/>
                </a:cubicBezTo>
                <a:cubicBezTo>
                  <a:pt x="382619" y="232000"/>
                  <a:pt x="373875" y="211350"/>
                  <a:pt x="397202" y="196776"/>
                </a:cubicBezTo>
                <a:cubicBezTo>
                  <a:pt x="420519" y="182203"/>
                  <a:pt x="460362" y="193138"/>
                  <a:pt x="477364" y="200425"/>
                </a:cubicBezTo>
                <a:lnTo>
                  <a:pt x="619486" y="255079"/>
                </a:lnTo>
                <a:lnTo>
                  <a:pt x="619486" y="131187"/>
                </a:lnTo>
                <a:cubicBezTo>
                  <a:pt x="443026" y="79952"/>
                  <a:pt x="324316" y="58302"/>
                  <a:pt x="167620" y="0"/>
                </a:cubicBezTo>
                <a:lnTo>
                  <a:pt x="0" y="47367"/>
                </a:lnTo>
                <a:moveTo>
                  <a:pt x="429996" y="174917"/>
                </a:moveTo>
                <a:cubicBezTo>
                  <a:pt x="262366" y="142113"/>
                  <a:pt x="167925" y="97183"/>
                  <a:pt x="0" y="47367"/>
                </a:cubicBezTo>
                <a:moveTo>
                  <a:pt x="619486" y="131187"/>
                </a:moveTo>
                <a:lnTo>
                  <a:pt x="429996" y="174917"/>
                </a:lnTo>
                <a:moveTo>
                  <a:pt x="429996" y="174917"/>
                </a:moveTo>
                <a:lnTo>
                  <a:pt x="429996" y="189642"/>
                </a:lnTo>
              </a:path>
            </a:pathLst>
          </a:custGeom>
          <a:solidFill>
            <a:srgbClr val="9C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6656" y="2683993"/>
            <a:ext cx="619485" cy="275330"/>
          </a:xfrm>
          <a:custGeom>
            <a:avLst/>
            <a:gdLst/>
            <a:ahLst/>
            <a:cxnLst/>
            <a:rect l="0" t="0" r="0" b="0"/>
            <a:pathLst>
              <a:path w="619485" h="275330">
                <a:moveTo>
                  <a:pt x="0" y="47372"/>
                </a:moveTo>
                <a:lnTo>
                  <a:pt x="0" y="149405"/>
                </a:lnTo>
                <a:cubicBezTo>
                  <a:pt x="120253" y="189643"/>
                  <a:pt x="215626" y="226153"/>
                  <a:pt x="353789" y="275330"/>
                </a:cubicBezTo>
                <a:cubicBezTo>
                  <a:pt x="353358" y="269351"/>
                  <a:pt x="354570" y="263816"/>
                  <a:pt x="357115" y="258726"/>
                </a:cubicBezTo>
                <a:cubicBezTo>
                  <a:pt x="364404" y="244150"/>
                  <a:pt x="378979" y="238077"/>
                  <a:pt x="389911" y="240506"/>
                </a:cubicBezTo>
                <a:cubicBezTo>
                  <a:pt x="382623" y="232003"/>
                  <a:pt x="373877" y="211354"/>
                  <a:pt x="397199" y="196777"/>
                </a:cubicBezTo>
                <a:cubicBezTo>
                  <a:pt x="420521" y="182201"/>
                  <a:pt x="460363" y="193133"/>
                  <a:pt x="477368" y="200421"/>
                </a:cubicBezTo>
                <a:lnTo>
                  <a:pt x="619485" y="255082"/>
                </a:lnTo>
                <a:lnTo>
                  <a:pt x="619485" y="131185"/>
                </a:lnTo>
                <a:cubicBezTo>
                  <a:pt x="443023" y="79954"/>
                  <a:pt x="324319" y="58304"/>
                  <a:pt x="167625" y="0"/>
                </a:cubicBezTo>
                <a:close/>
                <a:moveTo>
                  <a:pt x="429996" y="174913"/>
                </a:moveTo>
                <a:cubicBezTo>
                  <a:pt x="262370" y="142117"/>
                  <a:pt x="167923" y="97180"/>
                  <a:pt x="0" y="47372"/>
                </a:cubicBezTo>
                <a:moveTo>
                  <a:pt x="619485" y="131185"/>
                </a:moveTo>
                <a:lnTo>
                  <a:pt x="429996" y="174913"/>
                </a:lnTo>
                <a:moveTo>
                  <a:pt x="429996" y="174913"/>
                </a:moveTo>
                <a:lnTo>
                  <a:pt x="429996" y="189643"/>
                </a:lnTo>
              </a:path>
            </a:pathLst>
          </a:custGeom>
          <a:noFill/>
          <a:ln w="10929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7579" y="2033978"/>
            <a:ext cx="432101" cy="593969"/>
          </a:xfrm>
          <a:custGeom>
            <a:avLst/>
            <a:gdLst/>
            <a:ahLst/>
            <a:cxnLst/>
            <a:rect l="0" t="0" r="0" b="0"/>
            <a:pathLst>
              <a:path w="432101" h="593969">
                <a:moveTo>
                  <a:pt x="250898" y="59702"/>
                </a:moveTo>
                <a:lnTo>
                  <a:pt x="351863" y="0"/>
                </a:lnTo>
                <a:lnTo>
                  <a:pt x="432101" y="63026"/>
                </a:lnTo>
                <a:cubicBezTo>
                  <a:pt x="353148" y="232648"/>
                  <a:pt x="302361" y="322564"/>
                  <a:pt x="229933" y="497357"/>
                </a:cubicBezTo>
                <a:cubicBezTo>
                  <a:pt x="229933" y="497357"/>
                  <a:pt x="192919" y="530313"/>
                  <a:pt x="164287" y="542467"/>
                </a:cubicBezTo>
                <a:cubicBezTo>
                  <a:pt x="133130" y="555698"/>
                  <a:pt x="98631" y="587578"/>
                  <a:pt x="98631" y="587578"/>
                </a:cubicBezTo>
                <a:cubicBezTo>
                  <a:pt x="96764" y="576043"/>
                  <a:pt x="90773" y="563870"/>
                  <a:pt x="80733" y="551611"/>
                </a:cubicBezTo>
                <a:cubicBezTo>
                  <a:pt x="69942" y="538438"/>
                  <a:pt x="43643" y="523789"/>
                  <a:pt x="12592" y="510101"/>
                </a:cubicBezTo>
                <a:lnTo>
                  <a:pt x="91154" y="352177"/>
                </a:lnTo>
                <a:lnTo>
                  <a:pt x="103327" y="328393"/>
                </a:lnTo>
                <a:lnTo>
                  <a:pt x="164201" y="209397"/>
                </a:lnTo>
                <a:lnTo>
                  <a:pt x="163220" y="207311"/>
                </a:lnTo>
                <a:lnTo>
                  <a:pt x="229685" y="73704"/>
                </a:lnTo>
                <a:lnTo>
                  <a:pt x="250898" y="59702"/>
                </a:lnTo>
                <a:moveTo>
                  <a:pt x="143960" y="429825"/>
                </a:moveTo>
                <a:cubicBezTo>
                  <a:pt x="143960" y="429825"/>
                  <a:pt x="201596" y="280473"/>
                  <a:pt x="247916" y="214912"/>
                </a:cubicBezTo>
                <a:cubicBezTo>
                  <a:pt x="294227" y="149352"/>
                  <a:pt x="351863" y="0"/>
                  <a:pt x="351863" y="0"/>
                </a:cubicBezTo>
                <a:moveTo>
                  <a:pt x="143960" y="429825"/>
                </a:moveTo>
                <a:lnTo>
                  <a:pt x="229933" y="497357"/>
                </a:lnTo>
                <a:moveTo>
                  <a:pt x="103155" y="328050"/>
                </a:moveTo>
                <a:cubicBezTo>
                  <a:pt x="103212" y="328164"/>
                  <a:pt x="103270" y="328279"/>
                  <a:pt x="103327" y="328393"/>
                </a:cubicBezTo>
                <a:moveTo>
                  <a:pt x="27241" y="516807"/>
                </a:moveTo>
                <a:lnTo>
                  <a:pt x="143960" y="429825"/>
                </a:lnTo>
                <a:moveTo>
                  <a:pt x="69761" y="593969"/>
                </a:moveTo>
                <a:cubicBezTo>
                  <a:pt x="70399" y="588454"/>
                  <a:pt x="69818" y="583187"/>
                  <a:pt x="68456" y="579043"/>
                </a:cubicBezTo>
                <a:cubicBezTo>
                  <a:pt x="64465" y="566870"/>
                  <a:pt x="52892" y="553145"/>
                  <a:pt x="0" y="537114"/>
                </a:cubicBez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87579" y="2033978"/>
            <a:ext cx="432101" cy="593968"/>
          </a:xfrm>
          <a:custGeom>
            <a:avLst/>
            <a:gdLst/>
            <a:ahLst/>
            <a:cxnLst/>
            <a:rect l="0" t="0" r="0" b="0"/>
            <a:pathLst>
              <a:path w="432101" h="593968">
                <a:moveTo>
                  <a:pt x="250901" y="59706"/>
                </a:moveTo>
                <a:lnTo>
                  <a:pt x="351865" y="0"/>
                </a:lnTo>
                <a:lnTo>
                  <a:pt x="432101" y="63030"/>
                </a:lnTo>
                <a:cubicBezTo>
                  <a:pt x="353149" y="232646"/>
                  <a:pt x="302365" y="322561"/>
                  <a:pt x="229933" y="497358"/>
                </a:cubicBezTo>
                <a:cubicBezTo>
                  <a:pt x="229933" y="497358"/>
                  <a:pt x="192918" y="530312"/>
                  <a:pt x="164284" y="542469"/>
                </a:cubicBezTo>
                <a:cubicBezTo>
                  <a:pt x="133127" y="555697"/>
                  <a:pt x="98636" y="587579"/>
                  <a:pt x="98636" y="587579"/>
                </a:cubicBezTo>
                <a:cubicBezTo>
                  <a:pt x="96764" y="576038"/>
                  <a:pt x="90775" y="563870"/>
                  <a:pt x="80735" y="551612"/>
                </a:cubicBezTo>
                <a:cubicBezTo>
                  <a:pt x="69945" y="538438"/>
                  <a:pt x="43642" y="523793"/>
                  <a:pt x="12595" y="510102"/>
                </a:cubicBezTo>
                <a:lnTo>
                  <a:pt x="91155" y="352179"/>
                </a:lnTo>
                <a:lnTo>
                  <a:pt x="103324" y="328393"/>
                </a:lnTo>
                <a:lnTo>
                  <a:pt x="164204" y="209396"/>
                </a:lnTo>
                <a:lnTo>
                  <a:pt x="163220" y="207312"/>
                </a:lnTo>
                <a:lnTo>
                  <a:pt x="229685" y="73702"/>
                </a:lnTo>
                <a:close/>
                <a:moveTo>
                  <a:pt x="143965" y="429826"/>
                </a:moveTo>
                <a:cubicBezTo>
                  <a:pt x="143965" y="429826"/>
                  <a:pt x="201600" y="280477"/>
                  <a:pt x="247915" y="214913"/>
                </a:cubicBezTo>
                <a:cubicBezTo>
                  <a:pt x="294229" y="149350"/>
                  <a:pt x="351865" y="0"/>
                  <a:pt x="351865" y="0"/>
                </a:cubicBezTo>
                <a:moveTo>
                  <a:pt x="143965" y="429826"/>
                </a:moveTo>
                <a:lnTo>
                  <a:pt x="229933" y="497358"/>
                </a:lnTo>
                <a:moveTo>
                  <a:pt x="103160" y="328046"/>
                </a:moveTo>
                <a:cubicBezTo>
                  <a:pt x="103215" y="328163"/>
                  <a:pt x="103270" y="328278"/>
                  <a:pt x="103324" y="328393"/>
                </a:cubicBezTo>
                <a:moveTo>
                  <a:pt x="27244" y="516811"/>
                </a:moveTo>
                <a:lnTo>
                  <a:pt x="143965" y="429826"/>
                </a:lnTo>
                <a:moveTo>
                  <a:pt x="69765" y="593968"/>
                </a:moveTo>
                <a:cubicBezTo>
                  <a:pt x="70396" y="588454"/>
                  <a:pt x="69817" y="583184"/>
                  <a:pt x="68458" y="579039"/>
                </a:cubicBezTo>
                <a:cubicBezTo>
                  <a:pt x="64466" y="566870"/>
                  <a:pt x="52892" y="553147"/>
                  <a:pt x="0" y="537114"/>
                </a:cubicBezTo>
              </a:path>
            </a:pathLst>
          </a:custGeom>
          <a:noFill/>
          <a:ln w="10929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2577979" y="2015778"/>
            <a:ext cx="3773042" cy="1721282"/>
            <a:chOff x="2577979" y="2015778"/>
            <a:chExt cx="3773042" cy="1721282"/>
          </a:xfrm>
        </p:grpSpPr>
        <p:sp>
          <p:nvSpPr>
            <p:cNvPr id="8" name="Rounded Rectangle 7"/>
            <p:cNvSpPr/>
            <p:nvPr/>
          </p:nvSpPr>
          <p:spPr>
            <a:xfrm>
              <a:off x="2615965" y="2015778"/>
              <a:ext cx="1167393" cy="677656"/>
            </a:xfrm>
            <a:custGeom>
              <a:avLst/>
              <a:gdLst/>
              <a:ahLst/>
              <a:cxnLst/>
              <a:rect l="0" t="0" r="0" b="0"/>
              <a:pathLst>
                <a:path w="1167393" h="677656">
                  <a:moveTo>
                    <a:pt x="121758" y="158286"/>
                  </a:moveTo>
                  <a:cubicBezTo>
                    <a:pt x="55445" y="176631"/>
                    <a:pt x="23593" y="255717"/>
                    <a:pt x="15954" y="292969"/>
                  </a:cubicBezTo>
                  <a:cubicBezTo>
                    <a:pt x="0" y="354577"/>
                    <a:pt x="9410" y="389772"/>
                    <a:pt x="16992" y="409632"/>
                  </a:cubicBezTo>
                  <a:cubicBezTo>
                    <a:pt x="24336" y="428891"/>
                    <a:pt x="41348" y="439578"/>
                    <a:pt x="51987" y="441759"/>
                  </a:cubicBezTo>
                  <a:cubicBezTo>
                    <a:pt x="57311" y="442845"/>
                    <a:pt x="76057" y="447694"/>
                    <a:pt x="108480" y="458333"/>
                  </a:cubicBezTo>
                  <a:cubicBezTo>
                    <a:pt x="149009" y="471630"/>
                    <a:pt x="205092" y="506415"/>
                    <a:pt x="285121" y="546115"/>
                  </a:cubicBezTo>
                  <a:cubicBezTo>
                    <a:pt x="365150" y="585816"/>
                    <a:pt x="457866" y="579872"/>
                    <a:pt x="496547" y="577815"/>
                  </a:cubicBezTo>
                  <a:cubicBezTo>
                    <a:pt x="535228" y="575767"/>
                    <a:pt x="588035" y="561641"/>
                    <a:pt x="674198" y="587625"/>
                  </a:cubicBezTo>
                  <a:cubicBezTo>
                    <a:pt x="760371" y="613610"/>
                    <a:pt x="794137" y="635507"/>
                    <a:pt x="856364" y="656577"/>
                  </a:cubicBezTo>
                  <a:cubicBezTo>
                    <a:pt x="918581" y="677656"/>
                    <a:pt x="945194" y="661482"/>
                    <a:pt x="960948" y="641423"/>
                  </a:cubicBezTo>
                  <a:cubicBezTo>
                    <a:pt x="976703" y="621363"/>
                    <a:pt x="973635" y="595779"/>
                    <a:pt x="952347" y="569785"/>
                  </a:cubicBezTo>
                  <a:cubicBezTo>
                    <a:pt x="931059" y="543801"/>
                    <a:pt x="849391" y="512083"/>
                    <a:pt x="790032" y="493261"/>
                  </a:cubicBezTo>
                  <a:cubicBezTo>
                    <a:pt x="742549" y="478202"/>
                    <a:pt x="704611" y="444693"/>
                    <a:pt x="691581" y="429825"/>
                  </a:cubicBezTo>
                  <a:cubicBezTo>
                    <a:pt x="714708" y="427910"/>
                    <a:pt x="766200" y="424491"/>
                    <a:pt x="787165" y="426129"/>
                  </a:cubicBezTo>
                  <a:cubicBezTo>
                    <a:pt x="793622" y="426634"/>
                    <a:pt x="800109" y="428805"/>
                    <a:pt x="806243" y="431853"/>
                  </a:cubicBezTo>
                  <a:cubicBezTo>
                    <a:pt x="820007" y="438683"/>
                    <a:pt x="831942" y="449903"/>
                    <a:pt x="837514" y="456409"/>
                  </a:cubicBezTo>
                  <a:lnTo>
                    <a:pt x="888682" y="515150"/>
                  </a:lnTo>
                  <a:lnTo>
                    <a:pt x="931811" y="430863"/>
                  </a:lnTo>
                  <a:lnTo>
                    <a:pt x="974931" y="346567"/>
                  </a:lnTo>
                  <a:lnTo>
                    <a:pt x="1035815" y="227571"/>
                  </a:lnTo>
                  <a:lnTo>
                    <a:pt x="1028852" y="212836"/>
                  </a:lnTo>
                  <a:cubicBezTo>
                    <a:pt x="1019517" y="186966"/>
                    <a:pt x="984437" y="167135"/>
                    <a:pt x="968063" y="160448"/>
                  </a:cubicBezTo>
                  <a:lnTo>
                    <a:pt x="908704" y="141627"/>
                  </a:lnTo>
                  <a:cubicBezTo>
                    <a:pt x="918524" y="136988"/>
                    <a:pt x="941698" y="126758"/>
                    <a:pt x="955776" y="122996"/>
                  </a:cubicBezTo>
                  <a:cubicBezTo>
                    <a:pt x="969854" y="119224"/>
                    <a:pt x="1041053" y="134378"/>
                    <a:pt x="1074896" y="142427"/>
                  </a:cubicBezTo>
                  <a:lnTo>
                    <a:pt x="1100061" y="92687"/>
                  </a:lnTo>
                  <a:lnTo>
                    <a:pt x="1167393" y="48272"/>
                  </a:lnTo>
                  <a:cubicBezTo>
                    <a:pt x="1071610" y="28632"/>
                    <a:pt x="1007754" y="15535"/>
                    <a:pt x="921172" y="7772"/>
                  </a:cubicBezTo>
                  <a:cubicBezTo>
                    <a:pt x="834599" y="0"/>
                    <a:pt x="785279" y="21497"/>
                    <a:pt x="666159" y="66941"/>
                  </a:cubicBezTo>
                  <a:cubicBezTo>
                    <a:pt x="547049" y="112394"/>
                    <a:pt x="529447" y="117100"/>
                    <a:pt x="380657" y="153142"/>
                  </a:cubicBezTo>
                  <a:cubicBezTo>
                    <a:pt x="231867" y="189176"/>
                    <a:pt x="204644" y="135350"/>
                    <a:pt x="121758" y="158286"/>
                  </a:cubicBez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577979" y="3060728"/>
              <a:ext cx="827932" cy="676332"/>
            </a:xfrm>
            <a:custGeom>
              <a:avLst/>
              <a:gdLst/>
              <a:ahLst/>
              <a:cxnLst/>
              <a:rect l="0" t="0" r="0" b="0"/>
              <a:pathLst>
                <a:path w="827932" h="676332">
                  <a:moveTo>
                    <a:pt x="62684" y="83086"/>
                  </a:moveTo>
                  <a:cubicBezTo>
                    <a:pt x="40814" y="109804"/>
                    <a:pt x="0" y="171269"/>
                    <a:pt x="11668" y="203339"/>
                  </a:cubicBezTo>
                  <a:cubicBezTo>
                    <a:pt x="26241" y="243420"/>
                    <a:pt x="44462" y="268928"/>
                    <a:pt x="84543" y="319944"/>
                  </a:cubicBezTo>
                  <a:cubicBezTo>
                    <a:pt x="124634" y="370960"/>
                    <a:pt x="135559" y="411051"/>
                    <a:pt x="142846" y="436559"/>
                  </a:cubicBezTo>
                  <a:cubicBezTo>
                    <a:pt x="150142" y="462067"/>
                    <a:pt x="172002" y="524008"/>
                    <a:pt x="223018" y="567737"/>
                  </a:cubicBezTo>
                  <a:cubicBezTo>
                    <a:pt x="263832" y="602722"/>
                    <a:pt x="325050" y="643051"/>
                    <a:pt x="350558" y="658844"/>
                  </a:cubicBezTo>
                  <a:cubicBezTo>
                    <a:pt x="371208" y="664911"/>
                    <a:pt x="430730" y="676332"/>
                    <a:pt x="503605" y="673417"/>
                  </a:cubicBezTo>
                  <a:cubicBezTo>
                    <a:pt x="576491" y="670502"/>
                    <a:pt x="653014" y="650338"/>
                    <a:pt x="682170" y="640622"/>
                  </a:cubicBezTo>
                  <a:cubicBezTo>
                    <a:pt x="723471" y="622401"/>
                    <a:pt x="813349" y="571385"/>
                    <a:pt x="820645" y="560451"/>
                  </a:cubicBezTo>
                  <a:cubicBezTo>
                    <a:pt x="827932" y="549516"/>
                    <a:pt x="824283" y="545877"/>
                    <a:pt x="820645" y="542229"/>
                  </a:cubicBezTo>
                  <a:cubicBezTo>
                    <a:pt x="825160" y="539219"/>
                    <a:pt x="827932" y="534943"/>
                    <a:pt x="827932" y="527656"/>
                  </a:cubicBezTo>
                  <a:cubicBezTo>
                    <a:pt x="827932" y="520369"/>
                    <a:pt x="810434" y="514540"/>
                    <a:pt x="798776" y="520369"/>
                  </a:cubicBezTo>
                  <a:cubicBezTo>
                    <a:pt x="784202" y="527656"/>
                    <a:pt x="827932" y="487575"/>
                    <a:pt x="784202" y="469353"/>
                  </a:cubicBezTo>
                  <a:cubicBezTo>
                    <a:pt x="740473" y="451132"/>
                    <a:pt x="714965" y="440197"/>
                    <a:pt x="667588" y="432911"/>
                  </a:cubicBezTo>
                  <a:cubicBezTo>
                    <a:pt x="620220" y="425624"/>
                    <a:pt x="605647" y="429263"/>
                    <a:pt x="558269" y="403755"/>
                  </a:cubicBezTo>
                  <a:cubicBezTo>
                    <a:pt x="520369" y="383352"/>
                    <a:pt x="489032" y="361245"/>
                    <a:pt x="478097" y="352739"/>
                  </a:cubicBezTo>
                  <a:cubicBezTo>
                    <a:pt x="470811" y="338166"/>
                    <a:pt x="462067" y="303180"/>
                    <a:pt x="485394" y="279863"/>
                  </a:cubicBezTo>
                  <a:cubicBezTo>
                    <a:pt x="508711" y="256536"/>
                    <a:pt x="548554" y="257994"/>
                    <a:pt x="565556" y="261642"/>
                  </a:cubicBezTo>
                  <a:cubicBezTo>
                    <a:pt x="583777" y="276215"/>
                    <a:pt x="632612" y="311924"/>
                    <a:pt x="682170" y="338166"/>
                  </a:cubicBezTo>
                  <a:cubicBezTo>
                    <a:pt x="744112" y="370960"/>
                    <a:pt x="769620" y="367322"/>
                    <a:pt x="795127" y="363674"/>
                  </a:cubicBezTo>
                  <a:cubicBezTo>
                    <a:pt x="820645" y="360025"/>
                    <a:pt x="827932" y="338166"/>
                    <a:pt x="827932" y="327231"/>
                  </a:cubicBezTo>
                  <a:cubicBezTo>
                    <a:pt x="827932" y="316306"/>
                    <a:pt x="813349" y="298084"/>
                    <a:pt x="747760" y="265280"/>
                  </a:cubicBezTo>
                  <a:cubicBezTo>
                    <a:pt x="746521" y="264671"/>
                    <a:pt x="745312" y="264052"/>
                    <a:pt x="744112" y="263423"/>
                  </a:cubicBezTo>
                  <a:cubicBezTo>
                    <a:pt x="681866" y="230971"/>
                    <a:pt x="673436" y="191376"/>
                    <a:pt x="598350" y="137741"/>
                  </a:cubicBezTo>
                  <a:cubicBezTo>
                    <a:pt x="521827" y="83086"/>
                    <a:pt x="510901" y="75799"/>
                    <a:pt x="441664" y="72151"/>
                  </a:cubicBezTo>
                  <a:cubicBezTo>
                    <a:pt x="372427" y="68503"/>
                    <a:pt x="357844" y="86725"/>
                    <a:pt x="295903" y="61217"/>
                  </a:cubicBezTo>
                  <a:cubicBezTo>
                    <a:pt x="246345" y="40814"/>
                    <a:pt x="226666" y="28422"/>
                    <a:pt x="223018" y="24774"/>
                  </a:cubicBezTo>
                  <a:cubicBezTo>
                    <a:pt x="208445" y="15059"/>
                    <a:pt x="172002" y="0"/>
                    <a:pt x="142846" y="17487"/>
                  </a:cubicBezTo>
                  <a:cubicBezTo>
                    <a:pt x="106413" y="39357"/>
                    <a:pt x="95478" y="50292"/>
                    <a:pt x="62684" y="83086"/>
                  </a:cubicBez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395550" y="2862550"/>
              <a:ext cx="955471" cy="725166"/>
            </a:xfrm>
            <a:custGeom>
              <a:avLst/>
              <a:gdLst/>
              <a:ahLst/>
              <a:cxnLst/>
              <a:rect l="0" t="0" r="0" b="0"/>
              <a:pathLst>
                <a:path w="955471" h="725166">
                  <a:moveTo>
                    <a:pt x="903722" y="637708"/>
                  </a:moveTo>
                  <a:cubicBezTo>
                    <a:pt x="921943" y="610981"/>
                    <a:pt x="955471" y="548792"/>
                    <a:pt x="943803" y="513807"/>
                  </a:cubicBezTo>
                  <a:cubicBezTo>
                    <a:pt x="929230" y="470077"/>
                    <a:pt x="914657" y="470077"/>
                    <a:pt x="889149" y="448217"/>
                  </a:cubicBezTo>
                  <a:cubicBezTo>
                    <a:pt x="863641" y="426348"/>
                    <a:pt x="808977" y="360759"/>
                    <a:pt x="776182" y="302456"/>
                  </a:cubicBezTo>
                  <a:cubicBezTo>
                    <a:pt x="756742" y="274520"/>
                    <a:pt x="706945" y="210626"/>
                    <a:pt x="663216" y="178555"/>
                  </a:cubicBezTo>
                  <a:cubicBezTo>
                    <a:pt x="608552" y="138474"/>
                    <a:pt x="495585" y="94745"/>
                    <a:pt x="429996" y="65589"/>
                  </a:cubicBezTo>
                  <a:cubicBezTo>
                    <a:pt x="364407" y="36442"/>
                    <a:pt x="335251" y="21859"/>
                    <a:pt x="280587" y="0"/>
                  </a:cubicBezTo>
                  <a:lnTo>
                    <a:pt x="280587" y="76523"/>
                  </a:lnTo>
                  <a:lnTo>
                    <a:pt x="138474" y="21859"/>
                  </a:lnTo>
                  <a:cubicBezTo>
                    <a:pt x="121472" y="14573"/>
                    <a:pt x="81629" y="3648"/>
                    <a:pt x="58302" y="18221"/>
                  </a:cubicBezTo>
                  <a:cubicBezTo>
                    <a:pt x="34985" y="32794"/>
                    <a:pt x="43729" y="53444"/>
                    <a:pt x="51015" y="61950"/>
                  </a:cubicBezTo>
                  <a:cubicBezTo>
                    <a:pt x="40081" y="59521"/>
                    <a:pt x="25507" y="65589"/>
                    <a:pt x="18221" y="80171"/>
                  </a:cubicBezTo>
                  <a:cubicBezTo>
                    <a:pt x="10934" y="94745"/>
                    <a:pt x="14573" y="112966"/>
                    <a:pt x="36442" y="134826"/>
                  </a:cubicBezTo>
                  <a:cubicBezTo>
                    <a:pt x="66808" y="165192"/>
                    <a:pt x="141389" y="233219"/>
                    <a:pt x="196776" y="262366"/>
                  </a:cubicBezTo>
                  <a:cubicBezTo>
                    <a:pt x="266014" y="298808"/>
                    <a:pt x="313391" y="327964"/>
                    <a:pt x="327964" y="335251"/>
                  </a:cubicBezTo>
                  <a:cubicBezTo>
                    <a:pt x="342538" y="342538"/>
                    <a:pt x="360759" y="357111"/>
                    <a:pt x="357120" y="364407"/>
                  </a:cubicBezTo>
                  <a:cubicBezTo>
                    <a:pt x="353472" y="371694"/>
                    <a:pt x="338899" y="382619"/>
                    <a:pt x="287883" y="364407"/>
                  </a:cubicBezTo>
                  <a:cubicBezTo>
                    <a:pt x="236867" y="346186"/>
                    <a:pt x="214998" y="338899"/>
                    <a:pt x="156695" y="302456"/>
                  </a:cubicBezTo>
                  <a:cubicBezTo>
                    <a:pt x="98393" y="266014"/>
                    <a:pt x="87458" y="247792"/>
                    <a:pt x="72885" y="236858"/>
                  </a:cubicBezTo>
                  <a:cubicBezTo>
                    <a:pt x="58302" y="225933"/>
                    <a:pt x="43729" y="214998"/>
                    <a:pt x="21869" y="225933"/>
                  </a:cubicBezTo>
                  <a:cubicBezTo>
                    <a:pt x="13363" y="230790"/>
                    <a:pt x="0" y="247792"/>
                    <a:pt x="14573" y="276948"/>
                  </a:cubicBezTo>
                  <a:cubicBezTo>
                    <a:pt x="29156" y="306095"/>
                    <a:pt x="76523" y="357111"/>
                    <a:pt x="98393" y="378980"/>
                  </a:cubicBezTo>
                  <a:cubicBezTo>
                    <a:pt x="85029" y="377761"/>
                    <a:pt x="61950" y="375332"/>
                    <a:pt x="61950" y="400840"/>
                  </a:cubicBezTo>
                  <a:cubicBezTo>
                    <a:pt x="60731" y="405698"/>
                    <a:pt x="64865" y="421976"/>
                    <a:pt x="91106" y="448217"/>
                  </a:cubicBezTo>
                  <a:cubicBezTo>
                    <a:pt x="117338" y="474449"/>
                    <a:pt x="165201" y="517455"/>
                    <a:pt x="185851" y="535676"/>
                  </a:cubicBezTo>
                  <a:cubicBezTo>
                    <a:pt x="205282" y="546601"/>
                    <a:pt x="258727" y="571385"/>
                    <a:pt x="317030" y="583044"/>
                  </a:cubicBezTo>
                  <a:cubicBezTo>
                    <a:pt x="389915" y="597617"/>
                    <a:pt x="451866" y="597617"/>
                    <a:pt x="502881" y="601265"/>
                  </a:cubicBezTo>
                  <a:cubicBezTo>
                    <a:pt x="553897" y="604913"/>
                    <a:pt x="630421" y="626773"/>
                    <a:pt x="677789" y="652281"/>
                  </a:cubicBezTo>
                  <a:cubicBezTo>
                    <a:pt x="715689" y="672684"/>
                    <a:pt x="744597" y="694791"/>
                    <a:pt x="754313" y="703297"/>
                  </a:cubicBezTo>
                  <a:cubicBezTo>
                    <a:pt x="762819" y="711803"/>
                    <a:pt x="787841" y="725166"/>
                    <a:pt x="819912" y="710584"/>
                  </a:cubicBezTo>
                  <a:cubicBezTo>
                    <a:pt x="859993" y="692362"/>
                    <a:pt x="901455" y="641089"/>
                    <a:pt x="903722" y="637708"/>
                  </a:cubicBez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577983" y="2015779"/>
            <a:ext cx="3773035" cy="1721280"/>
            <a:chOff x="2577983" y="2015779"/>
            <a:chExt cx="3773035" cy="1721280"/>
          </a:xfrm>
        </p:grpSpPr>
        <p:sp>
          <p:nvSpPr>
            <p:cNvPr id="12" name="Rounded Rectangle 11"/>
            <p:cNvSpPr/>
            <p:nvPr/>
          </p:nvSpPr>
          <p:spPr>
            <a:xfrm>
              <a:off x="2615962" y="2015779"/>
              <a:ext cx="1167399" cy="677651"/>
            </a:xfrm>
            <a:custGeom>
              <a:avLst/>
              <a:gdLst/>
              <a:ahLst/>
              <a:cxnLst/>
              <a:rect l="0" t="0" r="0" b="0"/>
              <a:pathLst>
                <a:path w="1167399" h="677651">
                  <a:moveTo>
                    <a:pt x="121756" y="158284"/>
                  </a:moveTo>
                  <a:cubicBezTo>
                    <a:pt x="55445" y="176629"/>
                    <a:pt x="23593" y="255717"/>
                    <a:pt x="15956" y="292967"/>
                  </a:cubicBezTo>
                  <a:cubicBezTo>
                    <a:pt x="0" y="354576"/>
                    <a:pt x="9415" y="389776"/>
                    <a:pt x="16990" y="409628"/>
                  </a:cubicBezTo>
                  <a:cubicBezTo>
                    <a:pt x="24339" y="428887"/>
                    <a:pt x="41349" y="439576"/>
                    <a:pt x="51992" y="441757"/>
                  </a:cubicBezTo>
                  <a:cubicBezTo>
                    <a:pt x="57314" y="442849"/>
                    <a:pt x="76061" y="447690"/>
                    <a:pt x="108482" y="458330"/>
                  </a:cubicBezTo>
                  <a:cubicBezTo>
                    <a:pt x="149008" y="471629"/>
                    <a:pt x="205091" y="506417"/>
                    <a:pt x="285121" y="546115"/>
                  </a:cubicBezTo>
                  <a:cubicBezTo>
                    <a:pt x="365151" y="585812"/>
                    <a:pt x="457865" y="579867"/>
                    <a:pt x="496548" y="577817"/>
                  </a:cubicBezTo>
                  <a:cubicBezTo>
                    <a:pt x="535230" y="575766"/>
                    <a:pt x="588033" y="561638"/>
                    <a:pt x="674202" y="587622"/>
                  </a:cubicBezTo>
                  <a:cubicBezTo>
                    <a:pt x="760370" y="613606"/>
                    <a:pt x="794143" y="635502"/>
                    <a:pt x="856364" y="656577"/>
                  </a:cubicBezTo>
                  <a:cubicBezTo>
                    <a:pt x="918586" y="677651"/>
                    <a:pt x="945192" y="661480"/>
                    <a:pt x="960949" y="641420"/>
                  </a:cubicBezTo>
                  <a:cubicBezTo>
                    <a:pt x="976706" y="621361"/>
                    <a:pt x="973634" y="595778"/>
                    <a:pt x="952345" y="569787"/>
                  </a:cubicBezTo>
                  <a:cubicBezTo>
                    <a:pt x="931058" y="543797"/>
                    <a:pt x="849391" y="512081"/>
                    <a:pt x="790035" y="493257"/>
                  </a:cubicBezTo>
                  <a:cubicBezTo>
                    <a:pt x="742550" y="478199"/>
                    <a:pt x="704614" y="444691"/>
                    <a:pt x="691583" y="429821"/>
                  </a:cubicBezTo>
                  <a:cubicBezTo>
                    <a:pt x="714710" y="427908"/>
                    <a:pt x="766204" y="424491"/>
                    <a:pt x="787163" y="426126"/>
                  </a:cubicBezTo>
                  <a:cubicBezTo>
                    <a:pt x="793621" y="426630"/>
                    <a:pt x="800115" y="428805"/>
                    <a:pt x="806246" y="431849"/>
                  </a:cubicBezTo>
                  <a:cubicBezTo>
                    <a:pt x="820012" y="438684"/>
                    <a:pt x="831944" y="449899"/>
                    <a:pt x="837515" y="456412"/>
                  </a:cubicBezTo>
                  <a:lnTo>
                    <a:pt x="888688" y="515147"/>
                  </a:lnTo>
                  <a:lnTo>
                    <a:pt x="931811" y="430858"/>
                  </a:lnTo>
                  <a:lnTo>
                    <a:pt x="974935" y="346568"/>
                  </a:lnTo>
                  <a:lnTo>
                    <a:pt x="1035816" y="227572"/>
                  </a:lnTo>
                  <a:lnTo>
                    <a:pt x="1028855" y="212836"/>
                  </a:lnTo>
                  <a:cubicBezTo>
                    <a:pt x="1019520" y="186967"/>
                    <a:pt x="984437" y="167131"/>
                    <a:pt x="968063" y="160447"/>
                  </a:cubicBezTo>
                  <a:lnTo>
                    <a:pt x="908707" y="141623"/>
                  </a:lnTo>
                  <a:cubicBezTo>
                    <a:pt x="918530" y="136983"/>
                    <a:pt x="941698" y="126761"/>
                    <a:pt x="955779" y="122994"/>
                  </a:cubicBezTo>
                  <a:cubicBezTo>
                    <a:pt x="969859" y="119226"/>
                    <a:pt x="1041059" y="134378"/>
                    <a:pt x="1074899" y="142425"/>
                  </a:cubicBezTo>
                  <a:lnTo>
                    <a:pt x="1100067" y="92688"/>
                  </a:lnTo>
                  <a:lnTo>
                    <a:pt x="1167399" y="48267"/>
                  </a:lnTo>
                  <a:cubicBezTo>
                    <a:pt x="1071612" y="28629"/>
                    <a:pt x="1007754" y="15537"/>
                    <a:pt x="921178" y="7769"/>
                  </a:cubicBezTo>
                  <a:cubicBezTo>
                    <a:pt x="834602" y="0"/>
                    <a:pt x="785279" y="21495"/>
                    <a:pt x="666165" y="66944"/>
                  </a:cubicBezTo>
                  <a:cubicBezTo>
                    <a:pt x="547053" y="112393"/>
                    <a:pt x="529451" y="117102"/>
                    <a:pt x="380661" y="153139"/>
                  </a:cubicBezTo>
                  <a:cubicBezTo>
                    <a:pt x="231870" y="189177"/>
                    <a:pt x="204645" y="135353"/>
                    <a:pt x="121756" y="158284"/>
                  </a:cubicBezTo>
                  <a:close/>
                  <a:moveTo>
                    <a:pt x="908707" y="141623"/>
                  </a:moveTo>
                  <a:cubicBezTo>
                    <a:pt x="896222" y="145718"/>
                    <a:pt x="867079" y="158042"/>
                    <a:pt x="850379" y="174581"/>
                  </a:cubicBezTo>
                  <a:cubicBezTo>
                    <a:pt x="836485" y="188341"/>
                    <a:pt x="817878" y="210717"/>
                    <a:pt x="795279" y="228609"/>
                  </a:cubicBezTo>
                  <a:moveTo>
                    <a:pt x="691583" y="429821"/>
                  </a:moveTo>
                  <a:cubicBezTo>
                    <a:pt x="682712" y="413584"/>
                    <a:pt x="666526" y="376773"/>
                    <a:pt x="672746" y="359416"/>
                  </a:cubicBezTo>
                  <a:cubicBezTo>
                    <a:pt x="678966" y="342059"/>
                    <a:pt x="675061" y="321075"/>
                    <a:pt x="672331" y="312752"/>
                  </a:cubicBezTo>
                  <a:moveTo>
                    <a:pt x="795279" y="228609"/>
                  </a:moveTo>
                  <a:cubicBezTo>
                    <a:pt x="783925" y="237599"/>
                    <a:pt x="771563" y="245457"/>
                    <a:pt x="758286" y="250523"/>
                  </a:cubicBezTo>
                  <a:cubicBezTo>
                    <a:pt x="726522" y="262643"/>
                    <a:pt x="701255" y="279865"/>
                    <a:pt x="692591" y="286961"/>
                  </a:cubicBezTo>
                  <a:moveTo>
                    <a:pt x="929900" y="268018"/>
                  </a:moveTo>
                  <a:cubicBezTo>
                    <a:pt x="921104" y="260657"/>
                    <a:pt x="911891" y="257061"/>
                    <a:pt x="906877" y="256034"/>
                  </a:cubicBezTo>
                  <a:lnTo>
                    <a:pt x="795279" y="228609"/>
                  </a:lnTo>
                  <a:moveTo>
                    <a:pt x="974935" y="346568"/>
                  </a:moveTo>
                  <a:cubicBezTo>
                    <a:pt x="969102" y="334262"/>
                    <a:pt x="954774" y="304781"/>
                    <a:pt x="944129" y="285297"/>
                  </a:cubicBezTo>
                  <a:cubicBezTo>
                    <a:pt x="940171" y="278052"/>
                    <a:pt x="935108" y="272375"/>
                    <a:pt x="929900" y="268018"/>
                  </a:cubicBezTo>
                  <a:moveTo>
                    <a:pt x="944737" y="225534"/>
                  </a:moveTo>
                  <a:cubicBezTo>
                    <a:pt x="946704" y="241907"/>
                    <a:pt x="935665" y="260678"/>
                    <a:pt x="929900" y="268018"/>
                  </a:cubicBezTo>
                  <a:moveTo>
                    <a:pt x="803314" y="258091"/>
                  </a:moveTo>
                  <a:cubicBezTo>
                    <a:pt x="797790" y="276921"/>
                    <a:pt x="781420" y="317816"/>
                    <a:pt x="760136" y="330753"/>
                  </a:cubicBezTo>
                  <a:moveTo>
                    <a:pt x="760136" y="330753"/>
                  </a:moveTo>
                  <a:cubicBezTo>
                    <a:pt x="733531" y="346925"/>
                    <a:pt x="735374" y="362275"/>
                    <a:pt x="732101" y="378239"/>
                  </a:cubicBezTo>
                  <a:cubicBezTo>
                    <a:pt x="729484" y="391011"/>
                    <a:pt x="721325" y="403756"/>
                    <a:pt x="717573" y="408532"/>
                  </a:cubicBezTo>
                  <a:moveTo>
                    <a:pt x="870089" y="350056"/>
                  </a:moveTo>
                  <a:cubicBezTo>
                    <a:pt x="862209" y="345205"/>
                    <a:pt x="854514" y="344877"/>
                    <a:pt x="850192" y="345889"/>
                  </a:cubicBezTo>
                  <a:lnTo>
                    <a:pt x="760136" y="330753"/>
                  </a:lnTo>
                  <a:moveTo>
                    <a:pt x="931811" y="430858"/>
                  </a:moveTo>
                  <a:cubicBezTo>
                    <a:pt x="919273" y="423325"/>
                    <a:pt x="900752" y="399507"/>
                    <a:pt x="886831" y="370037"/>
                  </a:cubicBezTo>
                  <a:cubicBezTo>
                    <a:pt x="882050" y="359915"/>
                    <a:pt x="876017" y="353706"/>
                    <a:pt x="870089" y="350056"/>
                  </a:cubicBezTo>
                  <a:moveTo>
                    <a:pt x="886417" y="323372"/>
                  </a:moveTo>
                  <a:cubicBezTo>
                    <a:pt x="885599" y="333851"/>
                    <a:pt x="875190" y="345528"/>
                    <a:pt x="870089" y="350056"/>
                  </a:cubicBezTo>
                  <a:moveTo>
                    <a:pt x="828756" y="403193"/>
                  </a:moveTo>
                  <a:cubicBezTo>
                    <a:pt x="824048" y="414323"/>
                    <a:pt x="811787" y="426935"/>
                    <a:pt x="806246" y="431849"/>
                  </a:cubicBezTo>
                  <a:moveTo>
                    <a:pt x="867407" y="554036"/>
                  </a:moveTo>
                  <a:cubicBezTo>
                    <a:pt x="923897" y="570609"/>
                    <a:pt x="935973" y="584730"/>
                    <a:pt x="940069" y="597214"/>
                  </a:cubicBezTo>
                  <a:cubicBezTo>
                    <a:pt x="944163" y="609698"/>
                    <a:pt x="941177" y="632376"/>
                    <a:pt x="919401" y="641220"/>
                  </a:cubicBezTo>
                  <a:cubicBezTo>
                    <a:pt x="897625" y="650064"/>
                    <a:pt x="856703" y="630584"/>
                    <a:pt x="838964" y="619738"/>
                  </a:cubicBezTo>
                  <a:cubicBezTo>
                    <a:pt x="838350" y="614621"/>
                    <a:pt x="839248" y="600499"/>
                    <a:pt x="847762" y="584944"/>
                  </a:cubicBezTo>
                  <a:cubicBezTo>
                    <a:pt x="856274" y="569388"/>
                    <a:pt x="864405" y="557857"/>
                    <a:pt x="867407" y="554036"/>
                  </a:cubicBezTo>
                  <a:close/>
                </a:path>
              </a:pathLst>
            </a:custGeom>
            <a:noFill/>
            <a:ln w="10929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577983" y="3060727"/>
              <a:ext cx="827924" cy="676332"/>
            </a:xfrm>
            <a:custGeom>
              <a:avLst/>
              <a:gdLst/>
              <a:ahLst/>
              <a:cxnLst/>
              <a:rect l="0" t="0" r="0" b="0"/>
              <a:pathLst>
                <a:path w="827924" h="676332">
                  <a:moveTo>
                    <a:pt x="503605" y="673417"/>
                  </a:moveTo>
                  <a:cubicBezTo>
                    <a:pt x="430724" y="676332"/>
                    <a:pt x="371206" y="664914"/>
                    <a:pt x="350556" y="658841"/>
                  </a:cubicBezTo>
                  <a:cubicBezTo>
                    <a:pt x="325047" y="643050"/>
                    <a:pt x="263828" y="602723"/>
                    <a:pt x="223014" y="567740"/>
                  </a:cubicBezTo>
                  <a:cubicBezTo>
                    <a:pt x="171998" y="524012"/>
                    <a:pt x="150134" y="462063"/>
                    <a:pt x="142846" y="436555"/>
                  </a:cubicBezTo>
                  <a:cubicBezTo>
                    <a:pt x="135558" y="411047"/>
                    <a:pt x="124625" y="370962"/>
                    <a:pt x="84541" y="319946"/>
                  </a:cubicBezTo>
                  <a:cubicBezTo>
                    <a:pt x="44457" y="268929"/>
                    <a:pt x="26237" y="243421"/>
                    <a:pt x="11660" y="203337"/>
                  </a:cubicBezTo>
                  <a:cubicBezTo>
                    <a:pt x="0" y="171269"/>
                    <a:pt x="40813" y="109807"/>
                    <a:pt x="62677" y="83083"/>
                  </a:cubicBezTo>
                  <a:cubicBezTo>
                    <a:pt x="95473" y="50289"/>
                    <a:pt x="106405" y="39355"/>
                    <a:pt x="142846" y="17491"/>
                  </a:cubicBezTo>
                  <a:cubicBezTo>
                    <a:pt x="171998" y="0"/>
                    <a:pt x="208438" y="15062"/>
                    <a:pt x="223014" y="24779"/>
                  </a:cubicBezTo>
                  <a:cubicBezTo>
                    <a:pt x="226658" y="28423"/>
                    <a:pt x="246336" y="40813"/>
                    <a:pt x="295895" y="61219"/>
                  </a:cubicBezTo>
                  <a:cubicBezTo>
                    <a:pt x="357844" y="86727"/>
                    <a:pt x="372420" y="68507"/>
                    <a:pt x="441656" y="72151"/>
                  </a:cubicBezTo>
                  <a:cubicBezTo>
                    <a:pt x="510893" y="75795"/>
                    <a:pt x="521825" y="83083"/>
                    <a:pt x="598350" y="137744"/>
                  </a:cubicBezTo>
                  <a:cubicBezTo>
                    <a:pt x="673434" y="191375"/>
                    <a:pt x="681864" y="230975"/>
                    <a:pt x="744111" y="263425"/>
                  </a:cubicBezTo>
                  <a:moveTo>
                    <a:pt x="503605" y="673417"/>
                  </a:moveTo>
                  <a:cubicBezTo>
                    <a:pt x="576486" y="670502"/>
                    <a:pt x="653010" y="650338"/>
                    <a:pt x="682163" y="640621"/>
                  </a:cubicBezTo>
                  <a:cubicBezTo>
                    <a:pt x="723462" y="622400"/>
                    <a:pt x="813348" y="571383"/>
                    <a:pt x="820636" y="560450"/>
                  </a:cubicBezTo>
                  <a:cubicBezTo>
                    <a:pt x="827924" y="549518"/>
                    <a:pt x="824280" y="545874"/>
                    <a:pt x="820636" y="542232"/>
                  </a:cubicBezTo>
                  <a:moveTo>
                    <a:pt x="503605" y="673417"/>
                  </a:moveTo>
                  <a:cubicBezTo>
                    <a:pt x="459877" y="667588"/>
                    <a:pt x="366347" y="622400"/>
                    <a:pt x="325047" y="600535"/>
                  </a:cubicBezTo>
                  <a:moveTo>
                    <a:pt x="820636" y="542232"/>
                  </a:moveTo>
                  <a:cubicBezTo>
                    <a:pt x="825158" y="539217"/>
                    <a:pt x="827924" y="534942"/>
                    <a:pt x="827924" y="527654"/>
                  </a:cubicBezTo>
                  <a:cubicBezTo>
                    <a:pt x="827924" y="520366"/>
                    <a:pt x="810433" y="514537"/>
                    <a:pt x="798772" y="520368"/>
                  </a:cubicBezTo>
                  <a:moveTo>
                    <a:pt x="820636" y="542232"/>
                  </a:moveTo>
                  <a:cubicBezTo>
                    <a:pt x="816992" y="544661"/>
                    <a:pt x="804602" y="551705"/>
                    <a:pt x="784196" y="560450"/>
                  </a:cubicBezTo>
                  <a:cubicBezTo>
                    <a:pt x="758688" y="571383"/>
                    <a:pt x="700383" y="585959"/>
                    <a:pt x="682163" y="585959"/>
                  </a:cubicBezTo>
                  <a:cubicBezTo>
                    <a:pt x="663943" y="585959"/>
                    <a:pt x="623858" y="596891"/>
                    <a:pt x="565554" y="600535"/>
                  </a:cubicBezTo>
                  <a:cubicBezTo>
                    <a:pt x="507249" y="604179"/>
                    <a:pt x="492673" y="593247"/>
                    <a:pt x="478097" y="585959"/>
                  </a:cubicBezTo>
                  <a:cubicBezTo>
                    <a:pt x="466436" y="580128"/>
                    <a:pt x="354200" y="534942"/>
                    <a:pt x="299539" y="513078"/>
                  </a:cubicBezTo>
                  <a:moveTo>
                    <a:pt x="798772" y="520368"/>
                  </a:moveTo>
                  <a:cubicBezTo>
                    <a:pt x="784196" y="527656"/>
                    <a:pt x="827924" y="487571"/>
                    <a:pt x="784196" y="469351"/>
                  </a:cubicBezTo>
                  <a:cubicBezTo>
                    <a:pt x="740467" y="451131"/>
                    <a:pt x="714959" y="440199"/>
                    <a:pt x="667587" y="432911"/>
                  </a:cubicBezTo>
                  <a:cubicBezTo>
                    <a:pt x="620214" y="425623"/>
                    <a:pt x="605638" y="429267"/>
                    <a:pt x="558266" y="403758"/>
                  </a:cubicBezTo>
                  <a:cubicBezTo>
                    <a:pt x="520368" y="383352"/>
                    <a:pt x="489029" y="361245"/>
                    <a:pt x="478097" y="352742"/>
                  </a:cubicBezTo>
                  <a:moveTo>
                    <a:pt x="776908" y="527140"/>
                  </a:moveTo>
                  <a:cubicBezTo>
                    <a:pt x="788355" y="524595"/>
                    <a:pt x="795759" y="521874"/>
                    <a:pt x="798772" y="520368"/>
                  </a:cubicBezTo>
                  <a:moveTo>
                    <a:pt x="565554" y="261641"/>
                  </a:moveTo>
                  <a:cubicBezTo>
                    <a:pt x="548548" y="257997"/>
                    <a:pt x="508707" y="256540"/>
                    <a:pt x="485385" y="279861"/>
                  </a:cubicBezTo>
                  <a:cubicBezTo>
                    <a:pt x="462063" y="303183"/>
                    <a:pt x="470809" y="338166"/>
                    <a:pt x="478097" y="352742"/>
                  </a:cubicBezTo>
                  <a:moveTo>
                    <a:pt x="478097" y="352742"/>
                  </a:moveTo>
                  <a:cubicBezTo>
                    <a:pt x="463521" y="341809"/>
                    <a:pt x="430724" y="312656"/>
                    <a:pt x="416148" y="283504"/>
                  </a:cubicBezTo>
                  <a:moveTo>
                    <a:pt x="565554" y="261641"/>
                  </a:moveTo>
                  <a:cubicBezTo>
                    <a:pt x="583774" y="276217"/>
                    <a:pt x="632604" y="311929"/>
                    <a:pt x="682163" y="338166"/>
                  </a:cubicBezTo>
                  <a:cubicBezTo>
                    <a:pt x="744111" y="370962"/>
                    <a:pt x="769620" y="367318"/>
                    <a:pt x="795128" y="363674"/>
                  </a:cubicBezTo>
                  <a:cubicBezTo>
                    <a:pt x="820636" y="360030"/>
                    <a:pt x="827924" y="338166"/>
                    <a:pt x="827924" y="327234"/>
                  </a:cubicBezTo>
                  <a:moveTo>
                    <a:pt x="565554" y="261641"/>
                  </a:moveTo>
                  <a:cubicBezTo>
                    <a:pt x="559481" y="254352"/>
                    <a:pt x="539317" y="239775"/>
                    <a:pt x="507249" y="239775"/>
                  </a:cubicBezTo>
                  <a:moveTo>
                    <a:pt x="744111" y="263425"/>
                  </a:moveTo>
                  <a:cubicBezTo>
                    <a:pt x="745306" y="264048"/>
                    <a:pt x="746521" y="264668"/>
                    <a:pt x="747755" y="265285"/>
                  </a:cubicBezTo>
                  <a:cubicBezTo>
                    <a:pt x="813348" y="298081"/>
                    <a:pt x="827924" y="316302"/>
                    <a:pt x="827924" y="327234"/>
                  </a:cubicBezTo>
                  <a:moveTo>
                    <a:pt x="827924" y="327234"/>
                  </a:moveTo>
                  <a:cubicBezTo>
                    <a:pt x="806060" y="334523"/>
                    <a:pt x="802416" y="330876"/>
                    <a:pt x="795128" y="327234"/>
                  </a:cubicBezTo>
                  <a:cubicBezTo>
                    <a:pt x="788609" y="323975"/>
                    <a:pt x="758688" y="305368"/>
                    <a:pt x="744111" y="294436"/>
                  </a:cubicBezTo>
                  <a:cubicBezTo>
                    <a:pt x="732450" y="285690"/>
                    <a:pt x="739253" y="270118"/>
                    <a:pt x="744111" y="263425"/>
                  </a:cubicBezTo>
                  <a:moveTo>
                    <a:pt x="722247" y="532141"/>
                  </a:moveTo>
                  <a:cubicBezTo>
                    <a:pt x="690025" y="531253"/>
                    <a:pt x="649232" y="525811"/>
                    <a:pt x="616570" y="520368"/>
                  </a:cubicBezTo>
                  <a:cubicBezTo>
                    <a:pt x="572842" y="513080"/>
                    <a:pt x="536401" y="509434"/>
                    <a:pt x="492673" y="502146"/>
                  </a:cubicBezTo>
                  <a:cubicBezTo>
                    <a:pt x="457690" y="496315"/>
                    <a:pt x="354200" y="429265"/>
                    <a:pt x="306827" y="396469"/>
                  </a:cubicBezTo>
                  <a:moveTo>
                    <a:pt x="722247" y="532141"/>
                  </a:moveTo>
                  <a:cubicBezTo>
                    <a:pt x="733165" y="532442"/>
                    <a:pt x="743099" y="532220"/>
                    <a:pt x="751399" y="531298"/>
                  </a:cubicBezTo>
                  <a:cubicBezTo>
                    <a:pt x="761367" y="530191"/>
                    <a:pt x="769896" y="528698"/>
                    <a:pt x="776908" y="527140"/>
                  </a:cubicBezTo>
                  <a:moveTo>
                    <a:pt x="776908" y="527140"/>
                  </a:moveTo>
                  <a:cubicBezTo>
                    <a:pt x="787840" y="522981"/>
                    <a:pt x="784196" y="494858"/>
                    <a:pt x="776908" y="491214"/>
                  </a:cubicBezTo>
                  <a:cubicBezTo>
                    <a:pt x="771077" y="488299"/>
                    <a:pt x="740467" y="480282"/>
                    <a:pt x="722247" y="480282"/>
                  </a:cubicBezTo>
                  <a:cubicBezTo>
                    <a:pt x="711315" y="480282"/>
                    <a:pt x="708400" y="501416"/>
                    <a:pt x="711315" y="513078"/>
                  </a:cubicBezTo>
                  <a:cubicBezTo>
                    <a:pt x="714959" y="527656"/>
                    <a:pt x="718603" y="529340"/>
                    <a:pt x="722247" y="532141"/>
                  </a:cubicBezTo>
                </a:path>
              </a:pathLst>
            </a:custGeom>
            <a:noFill/>
            <a:ln w="10929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395552" y="2862550"/>
              <a:ext cx="955466" cy="725162"/>
            </a:xfrm>
            <a:custGeom>
              <a:avLst/>
              <a:gdLst/>
              <a:ahLst/>
              <a:cxnLst/>
              <a:rect l="0" t="0" r="0" b="0"/>
              <a:pathLst>
                <a:path w="955466" h="725162">
                  <a:moveTo>
                    <a:pt x="943805" y="513808"/>
                  </a:moveTo>
                  <a:cubicBezTo>
                    <a:pt x="955466" y="548791"/>
                    <a:pt x="921940" y="610982"/>
                    <a:pt x="903720" y="637705"/>
                  </a:cubicBezTo>
                  <a:cubicBezTo>
                    <a:pt x="901458" y="641089"/>
                    <a:pt x="859992" y="692366"/>
                    <a:pt x="819907" y="710586"/>
                  </a:cubicBezTo>
                  <a:cubicBezTo>
                    <a:pt x="787840" y="725162"/>
                    <a:pt x="762818" y="711801"/>
                    <a:pt x="754315" y="703298"/>
                  </a:cubicBezTo>
                  <a:cubicBezTo>
                    <a:pt x="744598" y="694795"/>
                    <a:pt x="715688" y="672688"/>
                    <a:pt x="677790" y="652282"/>
                  </a:cubicBezTo>
                  <a:cubicBezTo>
                    <a:pt x="630417" y="626773"/>
                    <a:pt x="553893" y="604909"/>
                    <a:pt x="502876" y="601265"/>
                  </a:cubicBezTo>
                  <a:cubicBezTo>
                    <a:pt x="451860" y="597621"/>
                    <a:pt x="389911" y="597621"/>
                    <a:pt x="317030" y="583045"/>
                  </a:cubicBezTo>
                  <a:cubicBezTo>
                    <a:pt x="258726" y="571384"/>
                    <a:pt x="205281" y="546605"/>
                    <a:pt x="185845" y="535673"/>
                  </a:cubicBezTo>
                  <a:cubicBezTo>
                    <a:pt x="165196" y="517452"/>
                    <a:pt x="117337" y="474453"/>
                    <a:pt x="91100" y="448216"/>
                  </a:cubicBezTo>
                  <a:cubicBezTo>
                    <a:pt x="64863" y="421979"/>
                    <a:pt x="60733" y="405702"/>
                    <a:pt x="61948" y="400843"/>
                  </a:cubicBezTo>
                  <a:cubicBezTo>
                    <a:pt x="61948" y="375655"/>
                    <a:pt x="84959" y="377754"/>
                    <a:pt x="98389" y="378979"/>
                  </a:cubicBezTo>
                  <a:cubicBezTo>
                    <a:pt x="76524" y="357115"/>
                    <a:pt x="29152" y="306098"/>
                    <a:pt x="14576" y="276946"/>
                  </a:cubicBezTo>
                  <a:cubicBezTo>
                    <a:pt x="0" y="247794"/>
                    <a:pt x="13361" y="230789"/>
                    <a:pt x="21864" y="225930"/>
                  </a:cubicBezTo>
                  <a:cubicBezTo>
                    <a:pt x="43728" y="214997"/>
                    <a:pt x="58304" y="225930"/>
                    <a:pt x="72880" y="236862"/>
                  </a:cubicBezTo>
                  <a:cubicBezTo>
                    <a:pt x="87456" y="247794"/>
                    <a:pt x="98389" y="266014"/>
                    <a:pt x="156693" y="302454"/>
                  </a:cubicBezTo>
                  <a:cubicBezTo>
                    <a:pt x="214998" y="338895"/>
                    <a:pt x="236862" y="346183"/>
                    <a:pt x="287878" y="364403"/>
                  </a:cubicBezTo>
                  <a:cubicBezTo>
                    <a:pt x="338895" y="382623"/>
                    <a:pt x="353471" y="371691"/>
                    <a:pt x="357115" y="364403"/>
                  </a:cubicBezTo>
                  <a:cubicBezTo>
                    <a:pt x="360759" y="357115"/>
                    <a:pt x="342539" y="342539"/>
                    <a:pt x="327963" y="335251"/>
                  </a:cubicBezTo>
                  <a:cubicBezTo>
                    <a:pt x="313386" y="327963"/>
                    <a:pt x="266014" y="298810"/>
                    <a:pt x="196777" y="262370"/>
                  </a:cubicBezTo>
                  <a:cubicBezTo>
                    <a:pt x="141388" y="233218"/>
                    <a:pt x="66807" y="165196"/>
                    <a:pt x="36440" y="134829"/>
                  </a:cubicBezTo>
                  <a:cubicBezTo>
                    <a:pt x="14576" y="112965"/>
                    <a:pt x="10932" y="94744"/>
                    <a:pt x="18220" y="80168"/>
                  </a:cubicBezTo>
                  <a:cubicBezTo>
                    <a:pt x="25508" y="65592"/>
                    <a:pt x="40084" y="59519"/>
                    <a:pt x="51016" y="61948"/>
                  </a:cubicBezTo>
                  <a:cubicBezTo>
                    <a:pt x="43728" y="53445"/>
                    <a:pt x="34982" y="32796"/>
                    <a:pt x="58304" y="18220"/>
                  </a:cubicBezTo>
                  <a:cubicBezTo>
                    <a:pt x="81626" y="3644"/>
                    <a:pt x="121468" y="14576"/>
                    <a:pt x="138473" y="21864"/>
                  </a:cubicBezTo>
                  <a:lnTo>
                    <a:pt x="280590" y="76524"/>
                  </a:lnTo>
                  <a:lnTo>
                    <a:pt x="280590" y="0"/>
                  </a:lnTo>
                  <a:cubicBezTo>
                    <a:pt x="335251" y="21864"/>
                    <a:pt x="364403" y="36440"/>
                    <a:pt x="429996" y="65592"/>
                  </a:cubicBezTo>
                  <a:cubicBezTo>
                    <a:pt x="495588" y="94744"/>
                    <a:pt x="608553" y="138473"/>
                    <a:pt x="663214" y="178557"/>
                  </a:cubicBezTo>
                  <a:cubicBezTo>
                    <a:pt x="706942" y="210625"/>
                    <a:pt x="756745" y="274517"/>
                    <a:pt x="776179" y="302454"/>
                  </a:cubicBezTo>
                  <a:cubicBezTo>
                    <a:pt x="808975" y="360759"/>
                    <a:pt x="863636" y="426351"/>
                    <a:pt x="889144" y="448216"/>
                  </a:cubicBezTo>
                  <a:cubicBezTo>
                    <a:pt x="914652" y="470080"/>
                    <a:pt x="929229" y="470080"/>
                    <a:pt x="943805" y="513808"/>
                  </a:cubicBezTo>
                  <a:close/>
                  <a:moveTo>
                    <a:pt x="51017" y="247125"/>
                  </a:moveTo>
                  <a:cubicBezTo>
                    <a:pt x="36441" y="241294"/>
                    <a:pt x="14576" y="261705"/>
                    <a:pt x="18220" y="276275"/>
                  </a:cubicBezTo>
                  <a:cubicBezTo>
                    <a:pt x="21864" y="287214"/>
                    <a:pt x="36440" y="316366"/>
                    <a:pt x="51016" y="316366"/>
                  </a:cubicBezTo>
                  <a:cubicBezTo>
                    <a:pt x="62677" y="316366"/>
                    <a:pt x="94745" y="287216"/>
                    <a:pt x="87457" y="276277"/>
                  </a:cubicBezTo>
                  <a:cubicBezTo>
                    <a:pt x="80169" y="265352"/>
                    <a:pt x="65593" y="252955"/>
                    <a:pt x="51017" y="247125"/>
                  </a:cubicBezTo>
                  <a:close/>
                  <a:moveTo>
                    <a:pt x="65592" y="71168"/>
                  </a:moveTo>
                  <a:cubicBezTo>
                    <a:pt x="64377" y="66311"/>
                    <a:pt x="64135" y="48161"/>
                    <a:pt x="72880" y="39415"/>
                  </a:cubicBezTo>
                  <a:cubicBezTo>
                    <a:pt x="81626" y="30669"/>
                    <a:pt x="91100" y="32127"/>
                    <a:pt x="105676" y="35770"/>
                  </a:cubicBezTo>
                  <a:cubicBezTo>
                    <a:pt x="120253" y="39416"/>
                    <a:pt x="136890" y="43205"/>
                    <a:pt x="134829" y="57635"/>
                  </a:cubicBezTo>
                  <a:cubicBezTo>
                    <a:pt x="131185" y="83143"/>
                    <a:pt x="116093" y="94760"/>
                    <a:pt x="108804" y="98404"/>
                  </a:cubicBezTo>
                  <a:moveTo>
                    <a:pt x="280590" y="76524"/>
                  </a:moveTo>
                  <a:cubicBezTo>
                    <a:pt x="335251" y="94744"/>
                    <a:pt x="481012" y="142117"/>
                    <a:pt x="502876" y="149405"/>
                  </a:cubicBezTo>
                  <a:cubicBezTo>
                    <a:pt x="524740" y="156693"/>
                    <a:pt x="542961" y="171269"/>
                    <a:pt x="542961" y="171269"/>
                  </a:cubicBezTo>
                  <a:moveTo>
                    <a:pt x="51016" y="61948"/>
                  </a:moveTo>
                  <a:cubicBezTo>
                    <a:pt x="87456" y="85027"/>
                    <a:pt x="167625" y="135558"/>
                    <a:pt x="196777" y="153049"/>
                  </a:cubicBezTo>
                  <a:cubicBezTo>
                    <a:pt x="233218" y="174913"/>
                    <a:pt x="302454" y="207709"/>
                    <a:pt x="335251" y="218642"/>
                  </a:cubicBezTo>
                  <a:cubicBezTo>
                    <a:pt x="361488" y="227387"/>
                    <a:pt x="397199" y="249009"/>
                    <a:pt x="411776" y="258726"/>
                  </a:cubicBezTo>
                  <a:moveTo>
                    <a:pt x="98389" y="378979"/>
                  </a:moveTo>
                  <a:cubicBezTo>
                    <a:pt x="115394" y="392340"/>
                    <a:pt x="153049" y="422707"/>
                    <a:pt x="167625" y="437284"/>
                  </a:cubicBezTo>
                  <a:cubicBezTo>
                    <a:pt x="185845" y="455504"/>
                    <a:pt x="229574" y="466436"/>
                    <a:pt x="255082" y="470080"/>
                  </a:cubicBezTo>
                  <a:cubicBezTo>
                    <a:pt x="280590" y="473724"/>
                    <a:pt x="313386" y="473724"/>
                    <a:pt x="335251" y="491944"/>
                  </a:cubicBezTo>
                  <a:moveTo>
                    <a:pt x="25508" y="122228"/>
                  </a:moveTo>
                  <a:cubicBezTo>
                    <a:pt x="24293" y="117370"/>
                    <a:pt x="27694" y="99177"/>
                    <a:pt x="36440" y="90431"/>
                  </a:cubicBezTo>
                  <a:cubicBezTo>
                    <a:pt x="45186" y="81686"/>
                    <a:pt x="58304" y="86794"/>
                    <a:pt x="72880" y="97725"/>
                  </a:cubicBezTo>
                  <a:cubicBezTo>
                    <a:pt x="87456" y="108654"/>
                    <a:pt x="94744" y="115945"/>
                    <a:pt x="87456" y="130521"/>
                  </a:cubicBezTo>
                  <a:cubicBezTo>
                    <a:pt x="75933" y="153568"/>
                    <a:pt x="65592" y="152380"/>
                    <a:pt x="58304" y="156024"/>
                  </a:cubicBezTo>
                  <a:moveTo>
                    <a:pt x="76524" y="431994"/>
                  </a:moveTo>
                  <a:cubicBezTo>
                    <a:pt x="69236" y="424706"/>
                    <a:pt x="69236" y="411123"/>
                    <a:pt x="76524" y="403824"/>
                  </a:cubicBezTo>
                  <a:cubicBezTo>
                    <a:pt x="81682" y="398655"/>
                    <a:pt x="85999" y="397263"/>
                    <a:pt x="94744" y="400179"/>
                  </a:cubicBezTo>
                  <a:cubicBezTo>
                    <a:pt x="103490" y="403094"/>
                    <a:pt x="117908" y="416298"/>
                    <a:pt x="120253" y="425677"/>
                  </a:cubicBezTo>
                  <a:cubicBezTo>
                    <a:pt x="123897" y="440254"/>
                    <a:pt x="108854" y="451371"/>
                    <a:pt x="94277" y="451371"/>
                  </a:cubicBezTo>
                </a:path>
              </a:pathLst>
            </a:custGeom>
            <a:noFill/>
            <a:ln w="10929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3996238" y="2393138"/>
            <a:ext cx="889149" cy="1529829"/>
          </a:xfrm>
          <a:custGeom>
            <a:avLst/>
            <a:gdLst/>
            <a:ahLst/>
            <a:cxnLst/>
            <a:rect l="0" t="0" r="0" b="0"/>
            <a:pathLst>
              <a:path w="889149" h="1529829">
                <a:moveTo>
                  <a:pt x="7296" y="1355578"/>
                </a:moveTo>
                <a:lnTo>
                  <a:pt x="7296" y="1224400"/>
                </a:lnTo>
                <a:lnTo>
                  <a:pt x="14725" y="1227372"/>
                </a:lnTo>
                <a:cubicBezTo>
                  <a:pt x="11087" y="1176356"/>
                  <a:pt x="10934" y="1147867"/>
                  <a:pt x="7296" y="1093212"/>
                </a:cubicBezTo>
                <a:lnTo>
                  <a:pt x="14582" y="1096127"/>
                </a:lnTo>
                <a:lnTo>
                  <a:pt x="14582" y="964939"/>
                </a:lnTo>
                <a:lnTo>
                  <a:pt x="153057" y="890092"/>
                </a:lnTo>
                <a:lnTo>
                  <a:pt x="3648" y="830837"/>
                </a:lnTo>
                <a:cubicBezTo>
                  <a:pt x="3648" y="778182"/>
                  <a:pt x="0" y="743388"/>
                  <a:pt x="3648" y="696010"/>
                </a:cubicBezTo>
                <a:lnTo>
                  <a:pt x="7296" y="697525"/>
                </a:lnTo>
                <a:lnTo>
                  <a:pt x="7296" y="438731"/>
                </a:lnTo>
                <a:lnTo>
                  <a:pt x="3648" y="437283"/>
                </a:lnTo>
                <a:cubicBezTo>
                  <a:pt x="3648" y="386267"/>
                  <a:pt x="0" y="346186"/>
                  <a:pt x="3648" y="306095"/>
                </a:cubicBezTo>
                <a:lnTo>
                  <a:pt x="7296" y="307543"/>
                </a:lnTo>
                <a:cubicBezTo>
                  <a:pt x="8715" y="254888"/>
                  <a:pt x="7296" y="214998"/>
                  <a:pt x="10934" y="171269"/>
                </a:cubicBezTo>
                <a:lnTo>
                  <a:pt x="444579" y="0"/>
                </a:lnTo>
                <a:cubicBezTo>
                  <a:pt x="502881" y="14573"/>
                  <a:pt x="533419" y="35537"/>
                  <a:pt x="590340" y="58302"/>
                </a:cubicBezTo>
                <a:lnTo>
                  <a:pt x="590340" y="177888"/>
                </a:lnTo>
                <a:lnTo>
                  <a:pt x="743388" y="116605"/>
                </a:lnTo>
                <a:lnTo>
                  <a:pt x="754322" y="112966"/>
                </a:lnTo>
                <a:lnTo>
                  <a:pt x="885501" y="171269"/>
                </a:lnTo>
                <a:lnTo>
                  <a:pt x="881862" y="306095"/>
                </a:lnTo>
                <a:lnTo>
                  <a:pt x="881862" y="830837"/>
                </a:lnTo>
                <a:lnTo>
                  <a:pt x="736101" y="889149"/>
                </a:lnTo>
                <a:lnTo>
                  <a:pt x="889149" y="961358"/>
                </a:lnTo>
                <a:lnTo>
                  <a:pt x="889149" y="1092546"/>
                </a:lnTo>
                <a:lnTo>
                  <a:pt x="881862" y="1093212"/>
                </a:lnTo>
                <a:cubicBezTo>
                  <a:pt x="881862" y="1093212"/>
                  <a:pt x="885501" y="1147867"/>
                  <a:pt x="885501" y="1169736"/>
                </a:cubicBezTo>
                <a:cubicBezTo>
                  <a:pt x="885501" y="1191596"/>
                  <a:pt x="881862" y="1224400"/>
                  <a:pt x="881862" y="1224400"/>
                </a:cubicBezTo>
                <a:lnTo>
                  <a:pt x="881862" y="1355578"/>
                </a:lnTo>
                <a:lnTo>
                  <a:pt x="444579" y="1529829"/>
                </a:lnTo>
                <a:lnTo>
                  <a:pt x="7296" y="1355578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6243" y="2393139"/>
            <a:ext cx="889144" cy="1530494"/>
          </a:xfrm>
          <a:custGeom>
            <a:avLst/>
            <a:gdLst/>
            <a:ahLst/>
            <a:cxnLst/>
            <a:rect l="0" t="0" r="0" b="0"/>
            <a:pathLst>
              <a:path w="889144" h="1530494">
                <a:moveTo>
                  <a:pt x="881856" y="1224395"/>
                </a:moveTo>
                <a:lnTo>
                  <a:pt x="881856" y="1355580"/>
                </a:lnTo>
                <a:lnTo>
                  <a:pt x="444572" y="1530494"/>
                </a:lnTo>
                <a:moveTo>
                  <a:pt x="736094" y="1282700"/>
                </a:moveTo>
                <a:lnTo>
                  <a:pt x="881856" y="1224395"/>
                </a:lnTo>
                <a:moveTo>
                  <a:pt x="881856" y="1224395"/>
                </a:moveTo>
                <a:cubicBezTo>
                  <a:pt x="881856" y="1224395"/>
                  <a:pt x="885500" y="1191599"/>
                  <a:pt x="885500" y="1169735"/>
                </a:cubicBezTo>
                <a:cubicBezTo>
                  <a:pt x="885500" y="1147870"/>
                  <a:pt x="881856" y="1093210"/>
                  <a:pt x="881856" y="1093210"/>
                </a:cubicBezTo>
                <a:moveTo>
                  <a:pt x="444572" y="1530494"/>
                </a:moveTo>
                <a:cubicBezTo>
                  <a:pt x="444572" y="1530494"/>
                  <a:pt x="448216" y="1496210"/>
                  <a:pt x="448216" y="1464901"/>
                </a:cubicBezTo>
                <a:lnTo>
                  <a:pt x="448216" y="1395665"/>
                </a:lnTo>
                <a:lnTo>
                  <a:pt x="373513" y="1368334"/>
                </a:lnTo>
                <a:lnTo>
                  <a:pt x="298810" y="1341004"/>
                </a:lnTo>
                <a:moveTo>
                  <a:pt x="444572" y="1530494"/>
                </a:moveTo>
                <a:lnTo>
                  <a:pt x="225930" y="1443037"/>
                </a:lnTo>
                <a:lnTo>
                  <a:pt x="7288" y="1355580"/>
                </a:lnTo>
                <a:lnTo>
                  <a:pt x="7288" y="1224395"/>
                </a:lnTo>
                <a:lnTo>
                  <a:pt x="153049" y="1282700"/>
                </a:lnTo>
                <a:moveTo>
                  <a:pt x="298810" y="1472189"/>
                </a:moveTo>
                <a:lnTo>
                  <a:pt x="298810" y="1341004"/>
                </a:lnTo>
                <a:moveTo>
                  <a:pt x="153049" y="1282700"/>
                </a:moveTo>
                <a:lnTo>
                  <a:pt x="225930" y="1311852"/>
                </a:lnTo>
                <a:lnTo>
                  <a:pt x="298810" y="1341004"/>
                </a:lnTo>
                <a:moveTo>
                  <a:pt x="153049" y="1413885"/>
                </a:moveTo>
                <a:lnTo>
                  <a:pt x="153049" y="1282700"/>
                </a:lnTo>
                <a:moveTo>
                  <a:pt x="3644" y="830839"/>
                </a:moveTo>
                <a:cubicBezTo>
                  <a:pt x="3644" y="778185"/>
                  <a:pt x="0" y="743383"/>
                  <a:pt x="3644" y="696010"/>
                </a:cubicBezTo>
                <a:moveTo>
                  <a:pt x="440928" y="874568"/>
                </a:moveTo>
                <a:lnTo>
                  <a:pt x="437284" y="1005753"/>
                </a:lnTo>
                <a:moveTo>
                  <a:pt x="440928" y="874568"/>
                </a:moveTo>
                <a:lnTo>
                  <a:pt x="881856" y="699654"/>
                </a:lnTo>
                <a:moveTo>
                  <a:pt x="440928" y="874568"/>
                </a:moveTo>
                <a:lnTo>
                  <a:pt x="444572" y="743383"/>
                </a:lnTo>
                <a:lnTo>
                  <a:pt x="225930" y="655926"/>
                </a:lnTo>
                <a:lnTo>
                  <a:pt x="7288" y="568469"/>
                </a:lnTo>
                <a:moveTo>
                  <a:pt x="7288" y="568469"/>
                </a:moveTo>
                <a:lnTo>
                  <a:pt x="7288" y="699654"/>
                </a:lnTo>
                <a:lnTo>
                  <a:pt x="225930" y="787111"/>
                </a:lnTo>
                <a:lnTo>
                  <a:pt x="440928" y="874568"/>
                </a:lnTo>
                <a:moveTo>
                  <a:pt x="437284" y="1005753"/>
                </a:moveTo>
                <a:lnTo>
                  <a:pt x="7288" y="830839"/>
                </a:lnTo>
                <a:moveTo>
                  <a:pt x="437284" y="1005753"/>
                </a:moveTo>
                <a:lnTo>
                  <a:pt x="517452" y="976601"/>
                </a:lnTo>
                <a:lnTo>
                  <a:pt x="590333" y="947448"/>
                </a:lnTo>
                <a:moveTo>
                  <a:pt x="590333" y="1078634"/>
                </a:moveTo>
                <a:lnTo>
                  <a:pt x="437284" y="1005753"/>
                </a:lnTo>
                <a:moveTo>
                  <a:pt x="881856" y="699654"/>
                </a:moveTo>
                <a:lnTo>
                  <a:pt x="881856" y="830839"/>
                </a:lnTo>
                <a:lnTo>
                  <a:pt x="736094" y="889144"/>
                </a:lnTo>
                <a:moveTo>
                  <a:pt x="881856" y="699654"/>
                </a:moveTo>
                <a:lnTo>
                  <a:pt x="881856" y="568469"/>
                </a:lnTo>
                <a:moveTo>
                  <a:pt x="298810" y="947448"/>
                </a:moveTo>
                <a:lnTo>
                  <a:pt x="298810" y="816263"/>
                </a:lnTo>
                <a:moveTo>
                  <a:pt x="153049" y="757959"/>
                </a:moveTo>
                <a:lnTo>
                  <a:pt x="153049" y="889144"/>
                </a:lnTo>
                <a:lnTo>
                  <a:pt x="14576" y="962025"/>
                </a:lnTo>
                <a:lnTo>
                  <a:pt x="14576" y="1093210"/>
                </a:lnTo>
                <a:moveTo>
                  <a:pt x="14576" y="1228039"/>
                </a:moveTo>
                <a:cubicBezTo>
                  <a:pt x="10932" y="1177023"/>
                  <a:pt x="10932" y="1147870"/>
                  <a:pt x="7288" y="1093210"/>
                </a:cubicBezTo>
                <a:lnTo>
                  <a:pt x="225930" y="1180667"/>
                </a:lnTo>
                <a:lnTo>
                  <a:pt x="444572" y="1268124"/>
                </a:lnTo>
                <a:moveTo>
                  <a:pt x="444572" y="1268124"/>
                </a:moveTo>
                <a:lnTo>
                  <a:pt x="444572" y="1399309"/>
                </a:lnTo>
                <a:lnTo>
                  <a:pt x="517452" y="1370156"/>
                </a:lnTo>
                <a:lnTo>
                  <a:pt x="590333" y="1341004"/>
                </a:lnTo>
                <a:moveTo>
                  <a:pt x="444572" y="1268124"/>
                </a:moveTo>
                <a:lnTo>
                  <a:pt x="590333" y="1209819"/>
                </a:lnTo>
                <a:moveTo>
                  <a:pt x="590333" y="1209819"/>
                </a:moveTo>
                <a:lnTo>
                  <a:pt x="590333" y="1341004"/>
                </a:lnTo>
                <a:moveTo>
                  <a:pt x="590333" y="1209819"/>
                </a:moveTo>
                <a:lnTo>
                  <a:pt x="663214" y="1180667"/>
                </a:lnTo>
                <a:lnTo>
                  <a:pt x="736094" y="1151514"/>
                </a:lnTo>
                <a:moveTo>
                  <a:pt x="590333" y="1341004"/>
                </a:moveTo>
                <a:lnTo>
                  <a:pt x="736094" y="1282700"/>
                </a:lnTo>
                <a:moveTo>
                  <a:pt x="736094" y="1282700"/>
                </a:moveTo>
                <a:cubicBezTo>
                  <a:pt x="739738" y="1238971"/>
                  <a:pt x="736094" y="1187955"/>
                  <a:pt x="736094" y="1151514"/>
                </a:cubicBezTo>
                <a:moveTo>
                  <a:pt x="736094" y="1151514"/>
                </a:moveTo>
                <a:lnTo>
                  <a:pt x="881856" y="1093210"/>
                </a:lnTo>
                <a:moveTo>
                  <a:pt x="881856" y="1093210"/>
                </a:moveTo>
                <a:lnTo>
                  <a:pt x="889144" y="1093210"/>
                </a:lnTo>
                <a:lnTo>
                  <a:pt x="889144" y="962025"/>
                </a:lnTo>
                <a:moveTo>
                  <a:pt x="7288" y="962025"/>
                </a:moveTo>
                <a:lnTo>
                  <a:pt x="444572" y="1136938"/>
                </a:lnTo>
                <a:lnTo>
                  <a:pt x="590333" y="1078634"/>
                </a:lnTo>
                <a:moveTo>
                  <a:pt x="889144" y="962025"/>
                </a:moveTo>
                <a:lnTo>
                  <a:pt x="736094" y="1020329"/>
                </a:lnTo>
                <a:moveTo>
                  <a:pt x="889144" y="962025"/>
                </a:moveTo>
                <a:lnTo>
                  <a:pt x="736094" y="889144"/>
                </a:lnTo>
                <a:moveTo>
                  <a:pt x="590333" y="1078634"/>
                </a:moveTo>
                <a:lnTo>
                  <a:pt x="590333" y="947448"/>
                </a:lnTo>
                <a:moveTo>
                  <a:pt x="590333" y="1078634"/>
                </a:moveTo>
                <a:lnTo>
                  <a:pt x="736094" y="1020329"/>
                </a:lnTo>
                <a:moveTo>
                  <a:pt x="590333" y="947448"/>
                </a:moveTo>
                <a:lnTo>
                  <a:pt x="663214" y="918296"/>
                </a:lnTo>
                <a:lnTo>
                  <a:pt x="736094" y="889144"/>
                </a:lnTo>
                <a:moveTo>
                  <a:pt x="736094" y="1020329"/>
                </a:moveTo>
                <a:lnTo>
                  <a:pt x="736094" y="889144"/>
                </a:lnTo>
                <a:moveTo>
                  <a:pt x="444572" y="612197"/>
                </a:moveTo>
                <a:lnTo>
                  <a:pt x="444572" y="481012"/>
                </a:lnTo>
                <a:moveTo>
                  <a:pt x="444572" y="612197"/>
                </a:moveTo>
                <a:lnTo>
                  <a:pt x="590333" y="553893"/>
                </a:lnTo>
                <a:moveTo>
                  <a:pt x="444572" y="612197"/>
                </a:moveTo>
                <a:lnTo>
                  <a:pt x="224108" y="524740"/>
                </a:lnTo>
                <a:lnTo>
                  <a:pt x="3644" y="437284"/>
                </a:lnTo>
                <a:cubicBezTo>
                  <a:pt x="3644" y="386267"/>
                  <a:pt x="0" y="346183"/>
                  <a:pt x="3644" y="306098"/>
                </a:cubicBezTo>
                <a:moveTo>
                  <a:pt x="444572" y="481012"/>
                </a:moveTo>
                <a:lnTo>
                  <a:pt x="590333" y="422708"/>
                </a:lnTo>
                <a:moveTo>
                  <a:pt x="444572" y="481012"/>
                </a:moveTo>
                <a:lnTo>
                  <a:pt x="451860" y="346183"/>
                </a:lnTo>
                <a:moveTo>
                  <a:pt x="306098" y="426352"/>
                </a:moveTo>
                <a:lnTo>
                  <a:pt x="444572" y="481012"/>
                </a:lnTo>
                <a:moveTo>
                  <a:pt x="881856" y="306098"/>
                </a:moveTo>
                <a:lnTo>
                  <a:pt x="881856" y="437284"/>
                </a:lnTo>
                <a:moveTo>
                  <a:pt x="881856" y="306098"/>
                </a:moveTo>
                <a:lnTo>
                  <a:pt x="736094" y="364403"/>
                </a:lnTo>
                <a:moveTo>
                  <a:pt x="885500" y="171269"/>
                </a:moveTo>
                <a:lnTo>
                  <a:pt x="881856" y="306098"/>
                </a:lnTo>
                <a:moveTo>
                  <a:pt x="881856" y="437284"/>
                </a:moveTo>
                <a:lnTo>
                  <a:pt x="736094" y="495588"/>
                </a:lnTo>
                <a:moveTo>
                  <a:pt x="881856" y="437284"/>
                </a:moveTo>
                <a:lnTo>
                  <a:pt x="881856" y="568469"/>
                </a:lnTo>
                <a:moveTo>
                  <a:pt x="590333" y="553893"/>
                </a:moveTo>
                <a:lnTo>
                  <a:pt x="590333" y="422708"/>
                </a:lnTo>
                <a:moveTo>
                  <a:pt x="590333" y="553893"/>
                </a:moveTo>
                <a:lnTo>
                  <a:pt x="736094" y="495588"/>
                </a:lnTo>
                <a:moveTo>
                  <a:pt x="590333" y="422708"/>
                </a:moveTo>
                <a:lnTo>
                  <a:pt x="736094" y="364403"/>
                </a:lnTo>
                <a:moveTo>
                  <a:pt x="736094" y="495588"/>
                </a:moveTo>
                <a:lnTo>
                  <a:pt x="736094" y="364403"/>
                </a:lnTo>
                <a:moveTo>
                  <a:pt x="10932" y="171269"/>
                </a:moveTo>
                <a:cubicBezTo>
                  <a:pt x="7288" y="214998"/>
                  <a:pt x="8711" y="253444"/>
                  <a:pt x="7288" y="306098"/>
                </a:cubicBezTo>
                <a:lnTo>
                  <a:pt x="153049" y="364403"/>
                </a:lnTo>
                <a:moveTo>
                  <a:pt x="10932" y="171269"/>
                </a:moveTo>
                <a:lnTo>
                  <a:pt x="444572" y="0"/>
                </a:lnTo>
                <a:cubicBezTo>
                  <a:pt x="502876" y="14576"/>
                  <a:pt x="533410" y="35535"/>
                  <a:pt x="590333" y="58304"/>
                </a:cubicBezTo>
                <a:moveTo>
                  <a:pt x="153049" y="233218"/>
                </a:moveTo>
                <a:lnTo>
                  <a:pt x="10932" y="171269"/>
                </a:lnTo>
                <a:moveTo>
                  <a:pt x="451860" y="346183"/>
                </a:moveTo>
                <a:lnTo>
                  <a:pt x="885500" y="171269"/>
                </a:lnTo>
                <a:moveTo>
                  <a:pt x="451860" y="346183"/>
                </a:moveTo>
                <a:lnTo>
                  <a:pt x="306098" y="291522"/>
                </a:lnTo>
                <a:moveTo>
                  <a:pt x="885500" y="171269"/>
                </a:moveTo>
                <a:lnTo>
                  <a:pt x="754315" y="112965"/>
                </a:lnTo>
                <a:lnTo>
                  <a:pt x="743383" y="116609"/>
                </a:lnTo>
                <a:lnTo>
                  <a:pt x="590333" y="177828"/>
                </a:lnTo>
                <a:moveTo>
                  <a:pt x="153049" y="364403"/>
                </a:moveTo>
                <a:lnTo>
                  <a:pt x="306098" y="426352"/>
                </a:lnTo>
                <a:moveTo>
                  <a:pt x="306098" y="426352"/>
                </a:moveTo>
                <a:cubicBezTo>
                  <a:pt x="306098" y="382732"/>
                  <a:pt x="307563" y="335606"/>
                  <a:pt x="306098" y="304921"/>
                </a:cubicBezTo>
                <a:moveTo>
                  <a:pt x="306098" y="291522"/>
                </a:moveTo>
                <a:lnTo>
                  <a:pt x="590333" y="177828"/>
                </a:lnTo>
                <a:moveTo>
                  <a:pt x="306098" y="291522"/>
                </a:moveTo>
                <a:cubicBezTo>
                  <a:pt x="306640" y="295854"/>
                  <a:pt x="305843" y="299566"/>
                  <a:pt x="306098" y="304921"/>
                </a:cubicBezTo>
                <a:moveTo>
                  <a:pt x="153049" y="233218"/>
                </a:moveTo>
                <a:cubicBezTo>
                  <a:pt x="149405" y="269658"/>
                  <a:pt x="153049" y="324319"/>
                  <a:pt x="153049" y="364403"/>
                </a:cubicBezTo>
                <a:moveTo>
                  <a:pt x="153049" y="364403"/>
                </a:moveTo>
                <a:lnTo>
                  <a:pt x="306098" y="304921"/>
                </a:lnTo>
                <a:moveTo>
                  <a:pt x="153049" y="233218"/>
                </a:moveTo>
                <a:cubicBezTo>
                  <a:pt x="323819" y="164910"/>
                  <a:pt x="415419" y="116609"/>
                  <a:pt x="590333" y="58304"/>
                </a:cubicBezTo>
                <a:moveTo>
                  <a:pt x="590333" y="177828"/>
                </a:moveTo>
                <a:lnTo>
                  <a:pt x="590333" y="58304"/>
                </a:lnTo>
                <a:moveTo>
                  <a:pt x="590333" y="816263"/>
                </a:moveTo>
                <a:lnTo>
                  <a:pt x="590333" y="685078"/>
                </a:lnTo>
                <a:lnTo>
                  <a:pt x="736094" y="757959"/>
                </a:lnTo>
                <a:lnTo>
                  <a:pt x="736094" y="626773"/>
                </a:lnTo>
                <a:moveTo>
                  <a:pt x="7288" y="568469"/>
                </a:moveTo>
                <a:lnTo>
                  <a:pt x="7288" y="437284"/>
                </a:lnTo>
                <a:moveTo>
                  <a:pt x="881856" y="568469"/>
                </a:moveTo>
                <a:lnTo>
                  <a:pt x="666858" y="655926"/>
                </a:lnTo>
                <a:lnTo>
                  <a:pt x="451860" y="743383"/>
                </a:lnTo>
                <a:lnTo>
                  <a:pt x="451860" y="612197"/>
                </a:lnTo>
                <a:moveTo>
                  <a:pt x="153049" y="495588"/>
                </a:moveTo>
                <a:lnTo>
                  <a:pt x="153049" y="626773"/>
                </a:lnTo>
                <a:lnTo>
                  <a:pt x="298810" y="553893"/>
                </a:lnTo>
                <a:lnTo>
                  <a:pt x="298810" y="685078"/>
                </a:lnTo>
                <a:moveTo>
                  <a:pt x="160337" y="1020329"/>
                </a:moveTo>
                <a:lnTo>
                  <a:pt x="160337" y="1151514"/>
                </a:lnTo>
                <a:lnTo>
                  <a:pt x="306098" y="1078634"/>
                </a:lnTo>
                <a:lnTo>
                  <a:pt x="306098" y="1209819"/>
                </a:lnTo>
                <a:moveTo>
                  <a:pt x="451860" y="1268124"/>
                </a:moveTo>
                <a:lnTo>
                  <a:pt x="451860" y="1136938"/>
                </a:lnTo>
              </a:path>
            </a:pathLst>
          </a:custGeom>
          <a:noFill/>
          <a:ln w="10929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390525" y="178973"/>
            <a:ext cx="4761309" cy="1177088"/>
            <a:chOff x="390525" y="178973"/>
            <a:chExt cx="4761309" cy="1177088"/>
          </a:xfrm>
        </p:grpSpPr>
        <p:sp>
          <p:nvSpPr>
            <p:cNvPr id="18" name="TextBox 17"/>
            <p:cNvSpPr txBox="1"/>
            <p:nvPr/>
          </p:nvSpPr>
          <p:spPr>
            <a:xfrm>
              <a:off x="390525" y="178973"/>
              <a:ext cx="4761309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584053"/>
                  </a:solidFill>
                  <a:latin typeface="Shantell Sans"/>
                </a:rPr>
                <a:t>Everyday Information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0525" y="569498"/>
              <a:ext cx="4761309" cy="390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584053"/>
                  </a:solidFill>
                  <a:latin typeface="Shantell Sans"/>
                </a:rPr>
                <a:t>Isn't Accessible to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0525" y="960022"/>
              <a:ext cx="4761309" cy="396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584053"/>
                  </a:solidFill>
                  <a:latin typeface="Shantell Sans"/>
                </a:rPr>
                <a:t>Everyone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565226" y="257175"/>
            <a:ext cx="3206067" cy="1371600"/>
            <a:chOff x="5565226" y="257175"/>
            <a:chExt cx="3206067" cy="1371600"/>
          </a:xfrm>
        </p:grpSpPr>
        <p:sp>
          <p:nvSpPr>
            <p:cNvPr id="22" name="TextBox 21"/>
            <p:cNvSpPr txBox="1"/>
            <p:nvPr/>
          </p:nvSpPr>
          <p:spPr>
            <a:xfrm>
              <a:off x="5565226" y="257175"/>
              <a:ext cx="32060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584053"/>
                  </a:solidFill>
                  <a:latin typeface="Roboto"/>
                </a:rPr>
                <a:t>Bills. Signs. Instructions. Objects.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65226" y="485775"/>
              <a:ext cx="32060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584053"/>
                  </a:solidFill>
                  <a:latin typeface="Roboto"/>
                </a:rPr>
                <a:t>Hazards.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565226" y="714375"/>
              <a:ext cx="32060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For blind and low-vision users,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565226" y="942975"/>
              <a:ext cx="32060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understanding everyday visual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65226" y="1171575"/>
              <a:ext cx="32060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information can require assistance or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565226" y="1400175"/>
              <a:ext cx="32060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multiple tools.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993834" y="2148318"/>
            <a:ext cx="416423" cy="174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584053"/>
                </a:solidFill>
                <a:latin typeface="Shantell Sans"/>
              </a:rPr>
              <a:t>READ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212784" y="2410694"/>
            <a:ext cx="1197473" cy="255012"/>
            <a:chOff x="1212784" y="2410694"/>
            <a:chExt cx="1197473" cy="255012"/>
          </a:xfrm>
        </p:grpSpPr>
        <p:sp>
          <p:nvSpPr>
            <p:cNvPr id="30" name="TextBox 29"/>
            <p:cNvSpPr txBox="1"/>
            <p:nvPr/>
          </p:nvSpPr>
          <p:spPr>
            <a:xfrm>
              <a:off x="1212784" y="2410694"/>
              <a:ext cx="1197473" cy="123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584053"/>
                  </a:solidFill>
                  <a:latin typeface="Roboto"/>
                </a:rPr>
                <a:t>Understand bills, signs &amp;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212784" y="2534519"/>
              <a:ext cx="1197473" cy="131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584053"/>
                  </a:solidFill>
                  <a:latin typeface="Roboto"/>
                </a:rPr>
                <a:t>documents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821199" y="2760516"/>
            <a:ext cx="1014574" cy="174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584053"/>
                </a:solidFill>
                <a:latin typeface="Shantell Sans"/>
              </a:rPr>
              <a:t>UNDERSTAND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821199" y="3022892"/>
            <a:ext cx="1045530" cy="255012"/>
            <a:chOff x="6821199" y="3022892"/>
            <a:chExt cx="1045530" cy="255012"/>
          </a:xfrm>
        </p:grpSpPr>
        <p:sp>
          <p:nvSpPr>
            <p:cNvPr id="34" name="TextBox 33"/>
            <p:cNvSpPr txBox="1"/>
            <p:nvPr/>
          </p:nvSpPr>
          <p:spPr>
            <a:xfrm>
              <a:off x="6821199" y="3022892"/>
              <a:ext cx="1045530" cy="123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584053"/>
                  </a:solidFill>
                  <a:latin typeface="Roboto"/>
                </a:rPr>
                <a:t>Know what objects &amp;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21199" y="3146717"/>
              <a:ext cx="1045530" cy="131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584053"/>
                  </a:solidFill>
                  <a:latin typeface="Roboto"/>
                </a:rPr>
                <a:t>scenes mean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927159" y="3365353"/>
            <a:ext cx="483098" cy="174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584053"/>
                </a:solidFill>
                <a:latin typeface="Shantell Sans"/>
              </a:rPr>
              <a:t>ALERT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450909" y="3627729"/>
            <a:ext cx="959348" cy="255012"/>
            <a:chOff x="1450909" y="3627729"/>
            <a:chExt cx="959348" cy="255012"/>
          </a:xfrm>
        </p:grpSpPr>
        <p:sp>
          <p:nvSpPr>
            <p:cNvPr id="38" name="TextBox 37"/>
            <p:cNvSpPr txBox="1"/>
            <p:nvPr/>
          </p:nvSpPr>
          <p:spPr>
            <a:xfrm>
              <a:off x="1450909" y="3627729"/>
              <a:ext cx="959348" cy="123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584053"/>
                  </a:solidFill>
                  <a:latin typeface="Roboto"/>
                </a:rPr>
                <a:t>Focus on important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450909" y="3751554"/>
              <a:ext cx="959348" cy="131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584053"/>
                  </a:solidFill>
                  <a:latin typeface="Roboto"/>
                </a:rPr>
                <a:t>hazards &amp; warnings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4602" y="2108227"/>
            <a:ext cx="1448457" cy="2504751"/>
          </a:xfrm>
          <a:custGeom>
            <a:avLst/>
            <a:gdLst/>
            <a:ahLst/>
            <a:cxnLst/>
            <a:rect l="0" t="0" r="0" b="0"/>
            <a:pathLst>
              <a:path w="1448457" h="2504751">
                <a:moveTo>
                  <a:pt x="1448457" y="2504751"/>
                </a:moveTo>
                <a:lnTo>
                  <a:pt x="0" y="2504751"/>
                </a:lnTo>
                <a:lnTo>
                  <a:pt x="0" y="1158763"/>
                </a:lnTo>
                <a:lnTo>
                  <a:pt x="1062199" y="1158763"/>
                </a:lnTo>
                <a:lnTo>
                  <a:pt x="1062199" y="1255328"/>
                </a:lnTo>
                <a:lnTo>
                  <a:pt x="1255328" y="1062199"/>
                </a:lnTo>
                <a:lnTo>
                  <a:pt x="1062199" y="869070"/>
                </a:lnTo>
                <a:lnTo>
                  <a:pt x="1062199" y="965634"/>
                </a:lnTo>
                <a:lnTo>
                  <a:pt x="0" y="965634"/>
                </a:lnTo>
                <a:lnTo>
                  <a:pt x="0" y="724223"/>
                </a:lnTo>
                <a:cubicBezTo>
                  <a:pt x="0" y="324250"/>
                  <a:pt x="324250" y="0"/>
                  <a:pt x="724223" y="0"/>
                </a:cubicBezTo>
                <a:cubicBezTo>
                  <a:pt x="1124207" y="0"/>
                  <a:pt x="1448457" y="324250"/>
                  <a:pt x="1448457" y="724223"/>
                </a:cubicBezTo>
                <a:lnTo>
                  <a:pt x="1448457" y="2504751"/>
                </a:lnTo>
              </a:path>
            </a:pathLst>
          </a:custGeom>
          <a:solidFill>
            <a:srgbClr val="9BB6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4602" y="2108227"/>
            <a:ext cx="1448456" cy="2504746"/>
          </a:xfrm>
          <a:custGeom>
            <a:avLst/>
            <a:gdLst/>
            <a:ahLst/>
            <a:cxnLst/>
            <a:rect l="0" t="0" r="0" b="0"/>
            <a:pathLst>
              <a:path w="1448456" h="2504746">
                <a:moveTo>
                  <a:pt x="0" y="1351893"/>
                </a:moveTo>
                <a:lnTo>
                  <a:pt x="0" y="1158765"/>
                </a:lnTo>
                <a:lnTo>
                  <a:pt x="1062201" y="1158765"/>
                </a:lnTo>
                <a:lnTo>
                  <a:pt x="1062201" y="1255329"/>
                </a:lnTo>
                <a:lnTo>
                  <a:pt x="1255329" y="1062201"/>
                </a:lnTo>
                <a:lnTo>
                  <a:pt x="1062201" y="869074"/>
                </a:lnTo>
                <a:lnTo>
                  <a:pt x="1062201" y="965637"/>
                </a:lnTo>
                <a:lnTo>
                  <a:pt x="0" y="965637"/>
                </a:lnTo>
                <a:lnTo>
                  <a:pt x="0" y="724228"/>
                </a:lnTo>
                <a:cubicBezTo>
                  <a:pt x="0" y="324248"/>
                  <a:pt x="324248" y="0"/>
                  <a:pt x="724228" y="0"/>
                </a:cubicBezTo>
                <a:cubicBezTo>
                  <a:pt x="1124208" y="0"/>
                  <a:pt x="1448456" y="324248"/>
                  <a:pt x="1448456" y="724228"/>
                </a:cubicBezTo>
                <a:lnTo>
                  <a:pt x="1448456" y="1351893"/>
                </a:lnTo>
                <a:moveTo>
                  <a:pt x="0" y="1351893"/>
                </a:moveTo>
                <a:lnTo>
                  <a:pt x="0" y="2504746"/>
                </a:lnTo>
                <a:lnTo>
                  <a:pt x="1448456" y="2504746"/>
                </a:lnTo>
                <a:lnTo>
                  <a:pt x="1448456" y="1351893"/>
                </a:lnTo>
              </a:path>
            </a:pathLst>
          </a:custGeom>
          <a:noFill/>
          <a:ln w="12072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06187" y="2108227"/>
            <a:ext cx="1448457" cy="2504751"/>
          </a:xfrm>
          <a:custGeom>
            <a:avLst/>
            <a:gdLst/>
            <a:ahLst/>
            <a:cxnLst/>
            <a:rect l="0" t="0" r="0" b="0"/>
            <a:pathLst>
              <a:path w="1448457" h="2504751">
                <a:moveTo>
                  <a:pt x="1448457" y="2504751"/>
                </a:moveTo>
                <a:lnTo>
                  <a:pt x="0" y="2504751"/>
                </a:lnTo>
                <a:lnTo>
                  <a:pt x="0" y="1158763"/>
                </a:lnTo>
                <a:lnTo>
                  <a:pt x="1062199" y="1158763"/>
                </a:lnTo>
                <a:lnTo>
                  <a:pt x="1062199" y="1255328"/>
                </a:lnTo>
                <a:lnTo>
                  <a:pt x="1255328" y="1062199"/>
                </a:lnTo>
                <a:lnTo>
                  <a:pt x="1062199" y="869070"/>
                </a:lnTo>
                <a:lnTo>
                  <a:pt x="1062199" y="965634"/>
                </a:lnTo>
                <a:lnTo>
                  <a:pt x="0" y="965634"/>
                </a:lnTo>
                <a:lnTo>
                  <a:pt x="0" y="724223"/>
                </a:lnTo>
                <a:cubicBezTo>
                  <a:pt x="0" y="324250"/>
                  <a:pt x="324250" y="0"/>
                  <a:pt x="724223" y="0"/>
                </a:cubicBezTo>
                <a:cubicBezTo>
                  <a:pt x="1124207" y="0"/>
                  <a:pt x="1448457" y="324250"/>
                  <a:pt x="1448457" y="724223"/>
                </a:cubicBezTo>
                <a:lnTo>
                  <a:pt x="1448457" y="2504751"/>
                </a:lnTo>
              </a:path>
            </a:pathLst>
          </a:custGeom>
          <a:solidFill>
            <a:srgbClr val="8DC6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06187" y="2108227"/>
            <a:ext cx="1448456" cy="2504746"/>
          </a:xfrm>
          <a:custGeom>
            <a:avLst/>
            <a:gdLst/>
            <a:ahLst/>
            <a:cxnLst/>
            <a:rect l="0" t="0" r="0" b="0"/>
            <a:pathLst>
              <a:path w="1448456" h="2504746">
                <a:moveTo>
                  <a:pt x="0" y="1351893"/>
                </a:moveTo>
                <a:lnTo>
                  <a:pt x="0" y="1158765"/>
                </a:lnTo>
                <a:lnTo>
                  <a:pt x="1062201" y="1158765"/>
                </a:lnTo>
                <a:lnTo>
                  <a:pt x="1062201" y="1255329"/>
                </a:lnTo>
                <a:lnTo>
                  <a:pt x="1255329" y="1062201"/>
                </a:lnTo>
                <a:lnTo>
                  <a:pt x="1062201" y="869074"/>
                </a:lnTo>
                <a:lnTo>
                  <a:pt x="1062201" y="965637"/>
                </a:lnTo>
                <a:lnTo>
                  <a:pt x="0" y="965637"/>
                </a:lnTo>
                <a:lnTo>
                  <a:pt x="0" y="724228"/>
                </a:lnTo>
                <a:cubicBezTo>
                  <a:pt x="0" y="324248"/>
                  <a:pt x="324248" y="0"/>
                  <a:pt x="724228" y="0"/>
                </a:cubicBezTo>
                <a:cubicBezTo>
                  <a:pt x="1124208" y="0"/>
                  <a:pt x="1448456" y="324248"/>
                  <a:pt x="1448456" y="724228"/>
                </a:cubicBezTo>
                <a:lnTo>
                  <a:pt x="1448456" y="1351893"/>
                </a:lnTo>
                <a:moveTo>
                  <a:pt x="0" y="1351893"/>
                </a:moveTo>
                <a:lnTo>
                  <a:pt x="0" y="2504746"/>
                </a:lnTo>
                <a:lnTo>
                  <a:pt x="1448456" y="2504746"/>
                </a:lnTo>
                <a:lnTo>
                  <a:pt x="1448456" y="1351893"/>
                </a:lnTo>
              </a:path>
            </a:pathLst>
          </a:custGeom>
          <a:noFill/>
          <a:ln w="12072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7772" y="2108227"/>
            <a:ext cx="1448457" cy="2504751"/>
          </a:xfrm>
          <a:custGeom>
            <a:avLst/>
            <a:gdLst/>
            <a:ahLst/>
            <a:cxnLst/>
            <a:rect l="0" t="0" r="0" b="0"/>
            <a:pathLst>
              <a:path w="1448457" h="2504751">
                <a:moveTo>
                  <a:pt x="1448457" y="2504751"/>
                </a:moveTo>
                <a:lnTo>
                  <a:pt x="0" y="2504751"/>
                </a:lnTo>
                <a:lnTo>
                  <a:pt x="0" y="1158763"/>
                </a:lnTo>
                <a:lnTo>
                  <a:pt x="1062199" y="1158763"/>
                </a:lnTo>
                <a:lnTo>
                  <a:pt x="1062199" y="1255328"/>
                </a:lnTo>
                <a:lnTo>
                  <a:pt x="1255328" y="1062199"/>
                </a:lnTo>
                <a:lnTo>
                  <a:pt x="1062199" y="869070"/>
                </a:lnTo>
                <a:lnTo>
                  <a:pt x="1062199" y="965634"/>
                </a:lnTo>
                <a:lnTo>
                  <a:pt x="0" y="965634"/>
                </a:lnTo>
                <a:lnTo>
                  <a:pt x="0" y="724223"/>
                </a:lnTo>
                <a:cubicBezTo>
                  <a:pt x="0" y="324250"/>
                  <a:pt x="324250" y="0"/>
                  <a:pt x="724223" y="0"/>
                </a:cubicBezTo>
                <a:cubicBezTo>
                  <a:pt x="1124207" y="0"/>
                  <a:pt x="1448457" y="324250"/>
                  <a:pt x="1448457" y="724223"/>
                </a:cubicBezTo>
                <a:lnTo>
                  <a:pt x="1448457" y="2504751"/>
                </a:lnTo>
              </a:path>
            </a:pathLst>
          </a:custGeom>
          <a:solidFill>
            <a:srgbClr val="FF9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7772" y="2108227"/>
            <a:ext cx="1448456" cy="2504746"/>
          </a:xfrm>
          <a:custGeom>
            <a:avLst/>
            <a:gdLst/>
            <a:ahLst/>
            <a:cxnLst/>
            <a:rect l="0" t="0" r="0" b="0"/>
            <a:pathLst>
              <a:path w="1448456" h="2504746">
                <a:moveTo>
                  <a:pt x="0" y="1351893"/>
                </a:moveTo>
                <a:lnTo>
                  <a:pt x="0" y="1158765"/>
                </a:lnTo>
                <a:lnTo>
                  <a:pt x="1062201" y="1158765"/>
                </a:lnTo>
                <a:lnTo>
                  <a:pt x="1062201" y="1255329"/>
                </a:lnTo>
                <a:lnTo>
                  <a:pt x="1255329" y="1062201"/>
                </a:lnTo>
                <a:lnTo>
                  <a:pt x="1062201" y="869074"/>
                </a:lnTo>
                <a:lnTo>
                  <a:pt x="1062201" y="965637"/>
                </a:lnTo>
                <a:lnTo>
                  <a:pt x="0" y="965637"/>
                </a:lnTo>
                <a:lnTo>
                  <a:pt x="0" y="724228"/>
                </a:lnTo>
                <a:cubicBezTo>
                  <a:pt x="0" y="324248"/>
                  <a:pt x="324248" y="0"/>
                  <a:pt x="724228" y="0"/>
                </a:cubicBezTo>
                <a:cubicBezTo>
                  <a:pt x="1124208" y="0"/>
                  <a:pt x="1448456" y="324248"/>
                  <a:pt x="1448456" y="724228"/>
                </a:cubicBezTo>
                <a:lnTo>
                  <a:pt x="1448456" y="1351893"/>
                </a:lnTo>
                <a:moveTo>
                  <a:pt x="0" y="1351893"/>
                </a:moveTo>
                <a:lnTo>
                  <a:pt x="0" y="2504746"/>
                </a:lnTo>
                <a:lnTo>
                  <a:pt x="1448456" y="2504746"/>
                </a:lnTo>
                <a:lnTo>
                  <a:pt x="1448456" y="1351893"/>
                </a:lnTo>
              </a:path>
            </a:pathLst>
          </a:custGeom>
          <a:noFill/>
          <a:ln w="12072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9356" y="2108227"/>
            <a:ext cx="1448457" cy="2504751"/>
          </a:xfrm>
          <a:custGeom>
            <a:avLst/>
            <a:gdLst/>
            <a:ahLst/>
            <a:cxnLst/>
            <a:rect l="0" t="0" r="0" b="0"/>
            <a:pathLst>
              <a:path w="1448457" h="2504751">
                <a:moveTo>
                  <a:pt x="1448457" y="2504751"/>
                </a:moveTo>
                <a:lnTo>
                  <a:pt x="0" y="2504751"/>
                </a:lnTo>
                <a:lnTo>
                  <a:pt x="0" y="1158763"/>
                </a:lnTo>
                <a:lnTo>
                  <a:pt x="1062199" y="1158763"/>
                </a:lnTo>
                <a:lnTo>
                  <a:pt x="1062199" y="1255328"/>
                </a:lnTo>
                <a:lnTo>
                  <a:pt x="1255328" y="1062199"/>
                </a:lnTo>
                <a:lnTo>
                  <a:pt x="1062199" y="869070"/>
                </a:lnTo>
                <a:lnTo>
                  <a:pt x="1062199" y="965634"/>
                </a:lnTo>
                <a:lnTo>
                  <a:pt x="0" y="965634"/>
                </a:lnTo>
                <a:lnTo>
                  <a:pt x="0" y="724223"/>
                </a:lnTo>
                <a:cubicBezTo>
                  <a:pt x="0" y="324250"/>
                  <a:pt x="324250" y="0"/>
                  <a:pt x="724223" y="0"/>
                </a:cubicBezTo>
                <a:cubicBezTo>
                  <a:pt x="1124207" y="0"/>
                  <a:pt x="1448457" y="324250"/>
                  <a:pt x="1448457" y="724223"/>
                </a:cubicBezTo>
                <a:lnTo>
                  <a:pt x="1448457" y="2504751"/>
                </a:lnTo>
              </a:path>
            </a:pathLst>
          </a:custGeom>
          <a:solidFill>
            <a:srgbClr val="9C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9356" y="2108227"/>
            <a:ext cx="1448456" cy="2504746"/>
          </a:xfrm>
          <a:custGeom>
            <a:avLst/>
            <a:gdLst/>
            <a:ahLst/>
            <a:cxnLst/>
            <a:rect l="0" t="0" r="0" b="0"/>
            <a:pathLst>
              <a:path w="1448456" h="2504746">
                <a:moveTo>
                  <a:pt x="0" y="1351893"/>
                </a:moveTo>
                <a:lnTo>
                  <a:pt x="0" y="1158765"/>
                </a:lnTo>
                <a:lnTo>
                  <a:pt x="1062201" y="1158765"/>
                </a:lnTo>
                <a:lnTo>
                  <a:pt x="1062201" y="1255329"/>
                </a:lnTo>
                <a:lnTo>
                  <a:pt x="1255329" y="1062201"/>
                </a:lnTo>
                <a:lnTo>
                  <a:pt x="1062201" y="869074"/>
                </a:lnTo>
                <a:lnTo>
                  <a:pt x="1062201" y="965637"/>
                </a:lnTo>
                <a:lnTo>
                  <a:pt x="0" y="965637"/>
                </a:lnTo>
                <a:lnTo>
                  <a:pt x="0" y="724228"/>
                </a:lnTo>
                <a:cubicBezTo>
                  <a:pt x="0" y="324248"/>
                  <a:pt x="324248" y="0"/>
                  <a:pt x="724228" y="0"/>
                </a:cubicBezTo>
                <a:cubicBezTo>
                  <a:pt x="1124208" y="0"/>
                  <a:pt x="1448456" y="324248"/>
                  <a:pt x="1448456" y="724228"/>
                </a:cubicBezTo>
                <a:lnTo>
                  <a:pt x="1448456" y="1351893"/>
                </a:lnTo>
                <a:moveTo>
                  <a:pt x="0" y="1351893"/>
                </a:moveTo>
                <a:lnTo>
                  <a:pt x="0" y="2504746"/>
                </a:lnTo>
                <a:lnTo>
                  <a:pt x="1448456" y="2504746"/>
                </a:lnTo>
                <a:lnTo>
                  <a:pt x="1448456" y="1351893"/>
                </a:lnTo>
              </a:path>
            </a:pathLst>
          </a:custGeom>
          <a:noFill/>
          <a:ln w="12072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0940" y="2108227"/>
            <a:ext cx="1448457" cy="2504751"/>
          </a:xfrm>
          <a:custGeom>
            <a:avLst/>
            <a:gdLst/>
            <a:ahLst/>
            <a:cxnLst/>
            <a:rect l="0" t="0" r="0" b="0"/>
            <a:pathLst>
              <a:path w="1448457" h="2504751">
                <a:moveTo>
                  <a:pt x="1448457" y="2504751"/>
                </a:moveTo>
                <a:lnTo>
                  <a:pt x="0" y="2504751"/>
                </a:lnTo>
                <a:lnTo>
                  <a:pt x="0" y="1158763"/>
                </a:lnTo>
                <a:lnTo>
                  <a:pt x="1062199" y="1158763"/>
                </a:lnTo>
                <a:lnTo>
                  <a:pt x="1062199" y="1255328"/>
                </a:lnTo>
                <a:lnTo>
                  <a:pt x="1255328" y="1062199"/>
                </a:lnTo>
                <a:lnTo>
                  <a:pt x="1062199" y="869070"/>
                </a:lnTo>
                <a:lnTo>
                  <a:pt x="1062199" y="965634"/>
                </a:lnTo>
                <a:lnTo>
                  <a:pt x="0" y="965634"/>
                </a:lnTo>
                <a:lnTo>
                  <a:pt x="0" y="724223"/>
                </a:lnTo>
                <a:cubicBezTo>
                  <a:pt x="0" y="324250"/>
                  <a:pt x="324250" y="0"/>
                  <a:pt x="724223" y="0"/>
                </a:cubicBezTo>
                <a:cubicBezTo>
                  <a:pt x="1124207" y="0"/>
                  <a:pt x="1448457" y="324250"/>
                  <a:pt x="1448457" y="724223"/>
                </a:cubicBezTo>
                <a:lnTo>
                  <a:pt x="1448457" y="2504751"/>
                </a:lnTo>
              </a:path>
            </a:pathLst>
          </a:custGeom>
          <a:solidFill>
            <a:srgbClr val="E08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0940" y="2108227"/>
            <a:ext cx="1448456" cy="2504746"/>
          </a:xfrm>
          <a:custGeom>
            <a:avLst/>
            <a:gdLst/>
            <a:ahLst/>
            <a:cxnLst/>
            <a:rect l="0" t="0" r="0" b="0"/>
            <a:pathLst>
              <a:path w="1448456" h="2504746">
                <a:moveTo>
                  <a:pt x="0" y="1351893"/>
                </a:moveTo>
                <a:lnTo>
                  <a:pt x="0" y="1158765"/>
                </a:lnTo>
                <a:lnTo>
                  <a:pt x="1062201" y="1158765"/>
                </a:lnTo>
                <a:lnTo>
                  <a:pt x="1062201" y="1255329"/>
                </a:lnTo>
                <a:lnTo>
                  <a:pt x="1255329" y="1062201"/>
                </a:lnTo>
                <a:lnTo>
                  <a:pt x="1062201" y="869074"/>
                </a:lnTo>
                <a:lnTo>
                  <a:pt x="1062201" y="965637"/>
                </a:lnTo>
                <a:lnTo>
                  <a:pt x="0" y="965637"/>
                </a:lnTo>
                <a:lnTo>
                  <a:pt x="0" y="724228"/>
                </a:lnTo>
                <a:cubicBezTo>
                  <a:pt x="0" y="324248"/>
                  <a:pt x="324248" y="0"/>
                  <a:pt x="724228" y="0"/>
                </a:cubicBezTo>
                <a:cubicBezTo>
                  <a:pt x="1124208" y="0"/>
                  <a:pt x="1448456" y="324248"/>
                  <a:pt x="1448456" y="724228"/>
                </a:cubicBezTo>
                <a:lnTo>
                  <a:pt x="1448456" y="1351893"/>
                </a:lnTo>
                <a:moveTo>
                  <a:pt x="0" y="1351893"/>
                </a:moveTo>
                <a:lnTo>
                  <a:pt x="0" y="2504746"/>
                </a:lnTo>
                <a:lnTo>
                  <a:pt x="1448456" y="2504746"/>
                </a:lnTo>
                <a:lnTo>
                  <a:pt x="1448456" y="1351893"/>
                </a:lnTo>
              </a:path>
            </a:pathLst>
          </a:custGeom>
          <a:noFill/>
          <a:ln w="12072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7812" y="411492"/>
            <a:ext cx="3337179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1">
                <a:solidFill>
                  <a:srgbClr val="584053"/>
                </a:solidFill>
                <a:latin typeface="Shantell Sans"/>
              </a:rPr>
              <a:t>Meet ANVAYA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073740" y="905958"/>
            <a:ext cx="2447925" cy="685800"/>
            <a:chOff x="3073740" y="905958"/>
            <a:chExt cx="2447925" cy="685800"/>
          </a:xfrm>
        </p:grpSpPr>
        <p:sp>
          <p:nvSpPr>
            <p:cNvPr id="13" name="TextBox 12"/>
            <p:cNvSpPr txBox="1"/>
            <p:nvPr/>
          </p:nvSpPr>
          <p:spPr>
            <a:xfrm>
              <a:off x="3073740" y="905958"/>
              <a:ext cx="2447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584053"/>
                  </a:solidFill>
                  <a:latin typeface="Roboto"/>
                </a:rPr>
                <a:t>An AI accessibility assistant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073740" y="1134558"/>
              <a:ext cx="2447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584053"/>
                  </a:solidFill>
                  <a:latin typeface="Roboto"/>
                </a:rPr>
                <a:t>that turns visual information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73740" y="1363158"/>
              <a:ext cx="2447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584053"/>
                  </a:solidFill>
                  <a:latin typeface="Roboto"/>
                </a:rPr>
                <a:t>into clear, spoken guidance.</a:t>
              </a: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1111797" y="2494482"/>
            <a:ext cx="354067" cy="289691"/>
          </a:xfrm>
          <a:custGeom>
            <a:avLst/>
            <a:gdLst/>
            <a:ahLst/>
            <a:cxnLst/>
            <a:rect l="0" t="0" r="0" b="0"/>
            <a:pathLst>
              <a:path w="354067" h="289691">
                <a:moveTo>
                  <a:pt x="16093" y="0"/>
                </a:moveTo>
                <a:lnTo>
                  <a:pt x="337973" y="0"/>
                </a:lnTo>
                <a:cubicBezTo>
                  <a:pt x="337973" y="0"/>
                  <a:pt x="354067" y="0"/>
                  <a:pt x="354067" y="16093"/>
                </a:cubicBezTo>
                <a:lnTo>
                  <a:pt x="354067" y="273597"/>
                </a:lnTo>
                <a:cubicBezTo>
                  <a:pt x="354067" y="273597"/>
                  <a:pt x="354067" y="289691"/>
                  <a:pt x="337973" y="289691"/>
                </a:cubicBezTo>
                <a:lnTo>
                  <a:pt x="16093" y="289691"/>
                </a:lnTo>
                <a:cubicBezTo>
                  <a:pt x="16093" y="289691"/>
                  <a:pt x="0" y="289691"/>
                  <a:pt x="0" y="273597"/>
                </a:cubicBezTo>
                <a:lnTo>
                  <a:pt x="0" y="16093"/>
                </a:lnTo>
                <a:cubicBezTo>
                  <a:pt x="0" y="16093"/>
                  <a:pt x="0" y="0"/>
                  <a:pt x="16093" y="0"/>
                </a:cubicBezTo>
                <a:moveTo>
                  <a:pt x="48281" y="96563"/>
                </a:moveTo>
                <a:lnTo>
                  <a:pt x="48281" y="64375"/>
                </a:lnTo>
                <a:cubicBezTo>
                  <a:pt x="48281" y="55487"/>
                  <a:pt x="55487" y="48281"/>
                  <a:pt x="64375" y="48281"/>
                </a:cubicBezTo>
                <a:lnTo>
                  <a:pt x="96563" y="48281"/>
                </a:lnTo>
                <a:moveTo>
                  <a:pt x="257503" y="48281"/>
                </a:moveTo>
                <a:lnTo>
                  <a:pt x="289691" y="48281"/>
                </a:lnTo>
                <a:cubicBezTo>
                  <a:pt x="298579" y="48281"/>
                  <a:pt x="305785" y="55487"/>
                  <a:pt x="305785" y="64375"/>
                </a:cubicBezTo>
                <a:lnTo>
                  <a:pt x="305785" y="96563"/>
                </a:lnTo>
                <a:moveTo>
                  <a:pt x="48281" y="193127"/>
                </a:moveTo>
                <a:lnTo>
                  <a:pt x="48281" y="225315"/>
                </a:lnTo>
                <a:cubicBezTo>
                  <a:pt x="48281" y="234203"/>
                  <a:pt x="55487" y="241409"/>
                  <a:pt x="64375" y="241409"/>
                </a:cubicBezTo>
                <a:lnTo>
                  <a:pt x="96563" y="241409"/>
                </a:lnTo>
                <a:moveTo>
                  <a:pt x="257503" y="241409"/>
                </a:moveTo>
                <a:lnTo>
                  <a:pt x="289691" y="241409"/>
                </a:lnTo>
                <a:cubicBezTo>
                  <a:pt x="298579" y="241409"/>
                  <a:pt x="305785" y="234203"/>
                  <a:pt x="305785" y="225315"/>
                </a:cubicBezTo>
                <a:lnTo>
                  <a:pt x="305785" y="193127"/>
                </a:lnTo>
                <a:moveTo>
                  <a:pt x="136798" y="144845"/>
                </a:moveTo>
                <a:cubicBezTo>
                  <a:pt x="136798" y="122624"/>
                  <a:pt x="154812" y="104610"/>
                  <a:pt x="177033" y="104610"/>
                </a:cubicBezTo>
                <a:cubicBezTo>
                  <a:pt x="199254" y="104610"/>
                  <a:pt x="217268" y="122624"/>
                  <a:pt x="217268" y="144845"/>
                </a:cubicBezTo>
                <a:cubicBezTo>
                  <a:pt x="217268" y="167066"/>
                  <a:pt x="199254" y="185080"/>
                  <a:pt x="177033" y="185080"/>
                </a:cubicBezTo>
                <a:cubicBezTo>
                  <a:pt x="154812" y="185080"/>
                  <a:pt x="136798" y="167066"/>
                  <a:pt x="136798" y="144845"/>
                </a:cubicBezTo>
                <a:moveTo>
                  <a:pt x="270781" y="137635"/>
                </a:moveTo>
                <a:cubicBezTo>
                  <a:pt x="260368" y="126273"/>
                  <a:pt x="222338" y="88516"/>
                  <a:pt x="177033" y="88516"/>
                </a:cubicBezTo>
                <a:cubicBezTo>
                  <a:pt x="131729" y="88516"/>
                  <a:pt x="93699" y="126273"/>
                  <a:pt x="83286" y="137635"/>
                </a:cubicBezTo>
                <a:cubicBezTo>
                  <a:pt x="79491" y="141718"/>
                  <a:pt x="79491" y="148037"/>
                  <a:pt x="83286" y="152120"/>
                </a:cubicBezTo>
                <a:cubicBezTo>
                  <a:pt x="93699" y="163418"/>
                  <a:pt x="131729" y="201174"/>
                  <a:pt x="177033" y="201174"/>
                </a:cubicBezTo>
                <a:cubicBezTo>
                  <a:pt x="222338" y="201174"/>
                  <a:pt x="260368" y="163418"/>
                  <a:pt x="270781" y="152055"/>
                </a:cubicBezTo>
                <a:cubicBezTo>
                  <a:pt x="274575" y="147973"/>
                  <a:pt x="274575" y="141653"/>
                  <a:pt x="270781" y="137571"/>
                </a:cubicBezTo>
                <a:close/>
              </a:path>
            </a:pathLst>
          </a:custGeom>
          <a:noFill/>
          <a:ln w="12072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5335" y="2454247"/>
            <a:ext cx="370161" cy="370161"/>
          </a:xfrm>
          <a:custGeom>
            <a:avLst/>
            <a:gdLst/>
            <a:ahLst/>
            <a:cxnLst/>
            <a:rect l="0" t="0" r="0" b="0"/>
            <a:pathLst>
              <a:path w="370161" h="370161">
                <a:moveTo>
                  <a:pt x="128751" y="337973"/>
                </a:moveTo>
                <a:lnTo>
                  <a:pt x="128751" y="294181"/>
                </a:lnTo>
                <a:cubicBezTo>
                  <a:pt x="103564" y="294310"/>
                  <a:pt x="97352" y="290496"/>
                  <a:pt x="88516" y="281644"/>
                </a:cubicBezTo>
                <a:cubicBezTo>
                  <a:pt x="77251" y="270378"/>
                  <a:pt x="80469" y="225315"/>
                  <a:pt x="80469" y="225315"/>
                </a:cubicBezTo>
                <a:cubicBezTo>
                  <a:pt x="80469" y="225315"/>
                  <a:pt x="64375" y="225653"/>
                  <a:pt x="56328" y="225315"/>
                </a:cubicBezTo>
                <a:cubicBezTo>
                  <a:pt x="53496" y="225186"/>
                  <a:pt x="51259" y="221115"/>
                  <a:pt x="49649" y="218877"/>
                </a:cubicBezTo>
                <a:cubicBezTo>
                  <a:pt x="48449" y="216376"/>
                  <a:pt x="47975" y="213588"/>
                  <a:pt x="48281" y="210830"/>
                </a:cubicBezTo>
                <a:cubicBezTo>
                  <a:pt x="46833" y="190600"/>
                  <a:pt x="75319" y="155886"/>
                  <a:pt x="75319" y="145795"/>
                </a:cubicBezTo>
                <a:cubicBezTo>
                  <a:pt x="75319" y="142715"/>
                  <a:pt x="75448" y="139706"/>
                  <a:pt x="75706" y="136766"/>
                </a:cubicBezTo>
                <a:lnTo>
                  <a:pt x="75706" y="136798"/>
                </a:lnTo>
                <a:cubicBezTo>
                  <a:pt x="80791" y="79198"/>
                  <a:pt x="134368" y="48281"/>
                  <a:pt x="186062" y="48281"/>
                </a:cubicBezTo>
                <a:cubicBezTo>
                  <a:pt x="218039" y="47965"/>
                  <a:pt x="248789" y="60579"/>
                  <a:pt x="271331" y="83261"/>
                </a:cubicBezTo>
                <a:cubicBezTo>
                  <a:pt x="293874" y="105943"/>
                  <a:pt x="306299" y="136770"/>
                  <a:pt x="305785" y="168745"/>
                </a:cubicBezTo>
                <a:cubicBezTo>
                  <a:pt x="305785" y="207081"/>
                  <a:pt x="295292" y="243051"/>
                  <a:pt x="257503" y="265469"/>
                </a:cubicBezTo>
                <a:lnTo>
                  <a:pt x="257503" y="337892"/>
                </a:lnTo>
                <a:moveTo>
                  <a:pt x="266934" y="170773"/>
                </a:moveTo>
                <a:cubicBezTo>
                  <a:pt x="267211" y="176043"/>
                  <a:pt x="264886" y="181115"/>
                  <a:pt x="260712" y="184345"/>
                </a:cubicBezTo>
                <a:cubicBezTo>
                  <a:pt x="256537" y="187576"/>
                  <a:pt x="251045" y="188554"/>
                  <a:pt x="246012" y="186963"/>
                </a:cubicBezTo>
                <a:lnTo>
                  <a:pt x="129411" y="150140"/>
                </a:lnTo>
                <a:cubicBezTo>
                  <a:pt x="124792" y="148690"/>
                  <a:pt x="121071" y="145238"/>
                  <a:pt x="119279" y="140740"/>
                </a:cubicBezTo>
                <a:cubicBezTo>
                  <a:pt x="117488" y="136243"/>
                  <a:pt x="117816" y="131177"/>
                  <a:pt x="120173" y="126949"/>
                </a:cubicBezTo>
                <a:cubicBezTo>
                  <a:pt x="137864" y="95714"/>
                  <a:pt x="176127" y="82658"/>
                  <a:pt x="209221" y="96563"/>
                </a:cubicBezTo>
                <a:cubicBezTo>
                  <a:pt x="242774" y="105784"/>
                  <a:pt x="266260" y="135983"/>
                  <a:pt x="266934" y="170773"/>
                </a:cubicBezTo>
                <a:close/>
                <a:moveTo>
                  <a:pt x="370161" y="48281"/>
                </a:moveTo>
                <a:lnTo>
                  <a:pt x="370161" y="16093"/>
                </a:lnTo>
                <a:cubicBezTo>
                  <a:pt x="370161" y="7205"/>
                  <a:pt x="362955" y="0"/>
                  <a:pt x="354067" y="0"/>
                </a:cubicBezTo>
                <a:lnTo>
                  <a:pt x="321879" y="0"/>
                </a:lnTo>
                <a:moveTo>
                  <a:pt x="0" y="48281"/>
                </a:moveTo>
                <a:lnTo>
                  <a:pt x="0" y="16093"/>
                </a:lnTo>
                <a:cubicBezTo>
                  <a:pt x="0" y="7205"/>
                  <a:pt x="7205" y="0"/>
                  <a:pt x="16093" y="0"/>
                </a:cubicBezTo>
                <a:lnTo>
                  <a:pt x="48281" y="0"/>
                </a:lnTo>
                <a:moveTo>
                  <a:pt x="370161" y="321879"/>
                </a:moveTo>
                <a:lnTo>
                  <a:pt x="370161" y="354067"/>
                </a:lnTo>
                <a:cubicBezTo>
                  <a:pt x="370161" y="362955"/>
                  <a:pt x="362955" y="370161"/>
                  <a:pt x="354067" y="370161"/>
                </a:cubicBezTo>
                <a:lnTo>
                  <a:pt x="321879" y="370161"/>
                </a:lnTo>
                <a:moveTo>
                  <a:pt x="0" y="321879"/>
                </a:moveTo>
                <a:lnTo>
                  <a:pt x="0" y="354067"/>
                </a:lnTo>
                <a:cubicBezTo>
                  <a:pt x="0" y="362955"/>
                  <a:pt x="7205" y="370161"/>
                  <a:pt x="16093" y="370161"/>
                </a:cubicBezTo>
                <a:lnTo>
                  <a:pt x="48281" y="370161"/>
                </a:lnTo>
              </a:path>
            </a:pathLst>
          </a:custGeom>
          <a:noFill/>
          <a:ln w="12072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6919" y="2454247"/>
            <a:ext cx="370161" cy="370161"/>
          </a:xfrm>
          <a:custGeom>
            <a:avLst/>
            <a:gdLst/>
            <a:ahLst/>
            <a:cxnLst/>
            <a:rect l="0" t="0" r="0" b="0"/>
            <a:pathLst>
              <a:path w="370161" h="370161">
                <a:moveTo>
                  <a:pt x="370161" y="96563"/>
                </a:moveTo>
                <a:cubicBezTo>
                  <a:pt x="370161" y="43244"/>
                  <a:pt x="316117" y="0"/>
                  <a:pt x="249456" y="0"/>
                </a:cubicBezTo>
                <a:cubicBezTo>
                  <a:pt x="182795" y="0"/>
                  <a:pt x="128751" y="43244"/>
                  <a:pt x="128751" y="96563"/>
                </a:cubicBezTo>
                <a:cubicBezTo>
                  <a:pt x="128751" y="147726"/>
                  <a:pt x="178514" y="189474"/>
                  <a:pt x="241409" y="192821"/>
                </a:cubicBezTo>
                <a:lnTo>
                  <a:pt x="241409" y="249456"/>
                </a:lnTo>
                <a:lnTo>
                  <a:pt x="311659" y="179206"/>
                </a:lnTo>
                <a:cubicBezTo>
                  <a:pt x="345497" y="165284"/>
                  <a:pt x="368277" y="133104"/>
                  <a:pt x="370161" y="96563"/>
                </a:cubicBezTo>
                <a:close/>
                <a:moveTo>
                  <a:pt x="305801" y="64375"/>
                </a:moveTo>
                <a:lnTo>
                  <a:pt x="193143" y="64375"/>
                </a:lnTo>
                <a:moveTo>
                  <a:pt x="273613" y="112657"/>
                </a:moveTo>
                <a:lnTo>
                  <a:pt x="193143" y="112657"/>
                </a:lnTo>
                <a:moveTo>
                  <a:pt x="12070" y="156916"/>
                </a:moveTo>
                <a:cubicBezTo>
                  <a:pt x="12070" y="176915"/>
                  <a:pt x="28282" y="193127"/>
                  <a:pt x="48281" y="193127"/>
                </a:cubicBezTo>
                <a:cubicBezTo>
                  <a:pt x="68280" y="193127"/>
                  <a:pt x="84493" y="176915"/>
                  <a:pt x="84493" y="156916"/>
                </a:cubicBezTo>
                <a:cubicBezTo>
                  <a:pt x="84493" y="136917"/>
                  <a:pt x="68280" y="120704"/>
                  <a:pt x="48281" y="120704"/>
                </a:cubicBezTo>
                <a:cubicBezTo>
                  <a:pt x="28282" y="120704"/>
                  <a:pt x="12070" y="136917"/>
                  <a:pt x="12070" y="156916"/>
                </a:cubicBezTo>
                <a:moveTo>
                  <a:pt x="48281" y="209221"/>
                </a:moveTo>
                <a:cubicBezTo>
                  <a:pt x="21616" y="209221"/>
                  <a:pt x="0" y="230838"/>
                  <a:pt x="0" y="257503"/>
                </a:cubicBezTo>
                <a:lnTo>
                  <a:pt x="0" y="289691"/>
                </a:lnTo>
                <a:lnTo>
                  <a:pt x="24140" y="289691"/>
                </a:lnTo>
                <a:lnTo>
                  <a:pt x="32187" y="370161"/>
                </a:lnTo>
                <a:lnTo>
                  <a:pt x="64375" y="370161"/>
                </a:lnTo>
                <a:lnTo>
                  <a:pt x="72422" y="289691"/>
                </a:lnTo>
                <a:lnTo>
                  <a:pt x="96563" y="289691"/>
                </a:lnTo>
                <a:lnTo>
                  <a:pt x="96563" y="257503"/>
                </a:lnTo>
                <a:cubicBezTo>
                  <a:pt x="96563" y="230838"/>
                  <a:pt x="74947" y="209221"/>
                  <a:pt x="48281" y="209221"/>
                </a:cubicBezTo>
                <a:close/>
              </a:path>
            </a:pathLst>
          </a:custGeom>
          <a:noFill/>
          <a:ln w="12072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8503" y="2454247"/>
            <a:ext cx="370161" cy="370174"/>
          </a:xfrm>
          <a:custGeom>
            <a:avLst/>
            <a:gdLst/>
            <a:ahLst/>
            <a:cxnLst/>
            <a:rect l="0" t="0" r="0" b="0"/>
            <a:pathLst>
              <a:path w="370161" h="370174">
                <a:moveTo>
                  <a:pt x="273597" y="132775"/>
                </a:moveTo>
                <a:lnTo>
                  <a:pt x="273597" y="132775"/>
                </a:lnTo>
                <a:moveTo>
                  <a:pt x="273597" y="132759"/>
                </a:moveTo>
                <a:cubicBezTo>
                  <a:pt x="275819" y="132759"/>
                  <a:pt x="277620" y="134560"/>
                  <a:pt x="277620" y="136782"/>
                </a:cubicBezTo>
                <a:cubicBezTo>
                  <a:pt x="277620" y="139004"/>
                  <a:pt x="275819" y="140806"/>
                  <a:pt x="273597" y="140806"/>
                </a:cubicBezTo>
                <a:cubicBezTo>
                  <a:pt x="271375" y="140806"/>
                  <a:pt x="269573" y="139004"/>
                  <a:pt x="269573" y="136782"/>
                </a:cubicBezTo>
                <a:cubicBezTo>
                  <a:pt x="269573" y="134560"/>
                  <a:pt x="271375" y="132759"/>
                  <a:pt x="273597" y="132759"/>
                </a:cubicBezTo>
                <a:moveTo>
                  <a:pt x="273597" y="52305"/>
                </a:moveTo>
                <a:lnTo>
                  <a:pt x="273597" y="100587"/>
                </a:lnTo>
                <a:moveTo>
                  <a:pt x="177033" y="96563"/>
                </a:moveTo>
                <a:cubicBezTo>
                  <a:pt x="177033" y="149894"/>
                  <a:pt x="220266" y="193127"/>
                  <a:pt x="273597" y="193127"/>
                </a:cubicBezTo>
                <a:cubicBezTo>
                  <a:pt x="326928" y="193127"/>
                  <a:pt x="370161" y="149894"/>
                  <a:pt x="370161" y="96563"/>
                </a:cubicBezTo>
                <a:cubicBezTo>
                  <a:pt x="370161" y="43233"/>
                  <a:pt x="326928" y="0"/>
                  <a:pt x="273597" y="0"/>
                </a:cubicBezTo>
                <a:cubicBezTo>
                  <a:pt x="220266" y="0"/>
                  <a:pt x="177033" y="43233"/>
                  <a:pt x="177033" y="96563"/>
                </a:cubicBezTo>
                <a:moveTo>
                  <a:pt x="146455" y="116230"/>
                </a:moveTo>
                <a:cubicBezTo>
                  <a:pt x="117392" y="108086"/>
                  <a:pt x="86193" y="114034"/>
                  <a:pt x="62167" y="132301"/>
                </a:cubicBezTo>
                <a:cubicBezTo>
                  <a:pt x="38140" y="150567"/>
                  <a:pt x="24065" y="179039"/>
                  <a:pt x="24140" y="209221"/>
                </a:cubicBezTo>
                <a:lnTo>
                  <a:pt x="24140" y="297738"/>
                </a:lnTo>
                <a:cubicBezTo>
                  <a:pt x="24140" y="311071"/>
                  <a:pt x="13332" y="321879"/>
                  <a:pt x="0" y="321879"/>
                </a:cubicBezTo>
                <a:lnTo>
                  <a:pt x="241409" y="321879"/>
                </a:lnTo>
                <a:cubicBezTo>
                  <a:pt x="228076" y="321879"/>
                  <a:pt x="217268" y="311071"/>
                  <a:pt x="217268" y="297738"/>
                </a:cubicBezTo>
                <a:lnTo>
                  <a:pt x="217268" y="212182"/>
                </a:lnTo>
                <a:moveTo>
                  <a:pt x="143477" y="354067"/>
                </a:moveTo>
                <a:cubicBezTo>
                  <a:pt x="140071" y="363719"/>
                  <a:pt x="130948" y="370174"/>
                  <a:pt x="120712" y="370174"/>
                </a:cubicBezTo>
                <a:cubicBezTo>
                  <a:pt x="110477" y="370174"/>
                  <a:pt x="101354" y="363719"/>
                  <a:pt x="97947" y="354067"/>
                </a:cubicBezTo>
                <a:moveTo>
                  <a:pt x="120704" y="80453"/>
                </a:moveTo>
                <a:lnTo>
                  <a:pt x="120704" y="112641"/>
                </a:lnTo>
              </a:path>
            </a:pathLst>
          </a:custGeom>
          <a:noFill/>
          <a:ln w="12072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70088" y="2502529"/>
            <a:ext cx="370160" cy="273597"/>
          </a:xfrm>
          <a:custGeom>
            <a:avLst/>
            <a:gdLst/>
            <a:ahLst/>
            <a:cxnLst/>
            <a:rect l="0" t="0" r="0" b="0"/>
            <a:pathLst>
              <a:path w="370160" h="273597">
                <a:moveTo>
                  <a:pt x="313832" y="8046"/>
                </a:moveTo>
                <a:cubicBezTo>
                  <a:pt x="349741" y="41231"/>
                  <a:pt x="370160" y="87904"/>
                  <a:pt x="370160" y="136798"/>
                </a:cubicBezTo>
                <a:cubicBezTo>
                  <a:pt x="370160" y="185693"/>
                  <a:pt x="349741" y="232365"/>
                  <a:pt x="313832" y="265550"/>
                </a:cubicBezTo>
                <a:moveTo>
                  <a:pt x="273597" y="40234"/>
                </a:moveTo>
                <a:cubicBezTo>
                  <a:pt x="303782" y="63165"/>
                  <a:pt x="321507" y="98891"/>
                  <a:pt x="321507" y="136798"/>
                </a:cubicBezTo>
                <a:cubicBezTo>
                  <a:pt x="321507" y="174705"/>
                  <a:pt x="303782" y="210431"/>
                  <a:pt x="273597" y="233362"/>
                </a:cubicBezTo>
                <a:moveTo>
                  <a:pt x="241409" y="80469"/>
                </a:moveTo>
                <a:cubicBezTo>
                  <a:pt x="284493" y="111804"/>
                  <a:pt x="284364" y="161905"/>
                  <a:pt x="241409" y="193127"/>
                </a:cubicBezTo>
                <a:moveTo>
                  <a:pt x="201174" y="0"/>
                </a:moveTo>
                <a:cubicBezTo>
                  <a:pt x="147453" y="37"/>
                  <a:pt x="98727" y="31514"/>
                  <a:pt x="76607" y="80469"/>
                </a:cubicBezTo>
                <a:lnTo>
                  <a:pt x="40234" y="80469"/>
                </a:lnTo>
                <a:cubicBezTo>
                  <a:pt x="18013" y="80469"/>
                  <a:pt x="0" y="98483"/>
                  <a:pt x="0" y="120704"/>
                </a:cubicBezTo>
                <a:lnTo>
                  <a:pt x="0" y="152892"/>
                </a:lnTo>
                <a:cubicBezTo>
                  <a:pt x="0" y="175113"/>
                  <a:pt x="18013" y="193127"/>
                  <a:pt x="40234" y="193127"/>
                </a:cubicBezTo>
                <a:lnTo>
                  <a:pt x="76607" y="193127"/>
                </a:lnTo>
                <a:cubicBezTo>
                  <a:pt x="98727" y="242082"/>
                  <a:pt x="147453" y="273559"/>
                  <a:pt x="201174" y="273597"/>
                </a:cubicBezTo>
                <a:cubicBezTo>
                  <a:pt x="205618" y="273597"/>
                  <a:pt x="209221" y="269994"/>
                  <a:pt x="209221" y="265550"/>
                </a:cubicBezTo>
                <a:lnTo>
                  <a:pt x="209221" y="8046"/>
                </a:lnTo>
                <a:cubicBezTo>
                  <a:pt x="209221" y="3602"/>
                  <a:pt x="205618" y="0"/>
                  <a:pt x="201174" y="0"/>
                </a:cubicBezTo>
                <a:close/>
              </a:path>
            </a:pathLst>
          </a:custGeom>
          <a:noFill/>
          <a:ln w="12072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5" name="Group 24"/>
          <p:cNvGrpSpPr/>
          <p:nvPr/>
        </p:nvGrpSpPr>
        <p:grpSpPr>
          <a:xfrm>
            <a:off x="680216" y="3749811"/>
            <a:ext cx="1219200" cy="573471"/>
            <a:chOff x="680216" y="3749811"/>
            <a:chExt cx="1219200" cy="573471"/>
          </a:xfrm>
        </p:grpSpPr>
        <p:sp>
          <p:nvSpPr>
            <p:cNvPr id="22" name="TextBox 21"/>
            <p:cNvSpPr txBox="1"/>
            <p:nvPr/>
          </p:nvSpPr>
          <p:spPr>
            <a:xfrm>
              <a:off x="680216" y="3749811"/>
              <a:ext cx="1219200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584053"/>
                  </a:solidFill>
                  <a:latin typeface="Roboto"/>
                </a:rPr>
                <a:t>SEE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0216" y="3892686"/>
              <a:ext cx="1219200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Capture what’s around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0216" y="4035561"/>
              <a:ext cx="1219200" cy="28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you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321804" y="3750801"/>
            <a:ext cx="1212522" cy="287721"/>
            <a:chOff x="2321804" y="3750801"/>
            <a:chExt cx="1212522" cy="287721"/>
          </a:xfrm>
        </p:grpSpPr>
        <p:sp>
          <p:nvSpPr>
            <p:cNvPr id="26" name="TextBox 25"/>
            <p:cNvSpPr txBox="1"/>
            <p:nvPr/>
          </p:nvSpPr>
          <p:spPr>
            <a:xfrm>
              <a:off x="2321804" y="3750801"/>
              <a:ext cx="1212522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584053"/>
                  </a:solidFill>
                  <a:latin typeface="Roboto"/>
                </a:rPr>
                <a:t>UNDERSTAND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21804" y="3893676"/>
              <a:ext cx="1212522" cy="14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AI interprets the scene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043419" y="3749815"/>
            <a:ext cx="1059370" cy="430596"/>
            <a:chOff x="4043419" y="3749815"/>
            <a:chExt cx="1059370" cy="430596"/>
          </a:xfrm>
        </p:grpSpPr>
        <p:sp>
          <p:nvSpPr>
            <p:cNvPr id="29" name="TextBox 28"/>
            <p:cNvSpPr txBox="1"/>
            <p:nvPr/>
          </p:nvSpPr>
          <p:spPr>
            <a:xfrm>
              <a:off x="4043419" y="3749815"/>
              <a:ext cx="1059370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584053"/>
                  </a:solidFill>
                  <a:latin typeface="Roboto"/>
                </a:rPr>
                <a:t>EXPLAIN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43419" y="3892690"/>
              <a:ext cx="1059370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Makes information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043419" y="4035565"/>
              <a:ext cx="1059370" cy="14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easy to understand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785048" y="3749815"/>
            <a:ext cx="876757" cy="430596"/>
            <a:chOff x="5785048" y="3749815"/>
            <a:chExt cx="876757" cy="430596"/>
          </a:xfrm>
        </p:grpSpPr>
        <p:sp>
          <p:nvSpPr>
            <p:cNvPr id="33" name="TextBox 32"/>
            <p:cNvSpPr txBox="1"/>
            <p:nvPr/>
          </p:nvSpPr>
          <p:spPr>
            <a:xfrm>
              <a:off x="5785048" y="3749815"/>
              <a:ext cx="876757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584053"/>
                  </a:solidFill>
                  <a:latin typeface="Roboto"/>
                </a:rPr>
                <a:t>PRIORITIZE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85048" y="3892690"/>
              <a:ext cx="876757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Highlights what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85048" y="4035565"/>
              <a:ext cx="876757" cy="14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matters most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326591" y="3749815"/>
            <a:ext cx="1070229" cy="430596"/>
            <a:chOff x="7326591" y="3749815"/>
            <a:chExt cx="1070229" cy="430596"/>
          </a:xfrm>
        </p:grpSpPr>
        <p:sp>
          <p:nvSpPr>
            <p:cNvPr id="37" name="TextBox 36"/>
            <p:cNvSpPr txBox="1"/>
            <p:nvPr/>
          </p:nvSpPr>
          <p:spPr>
            <a:xfrm>
              <a:off x="7326591" y="3749815"/>
              <a:ext cx="1070229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584053"/>
                  </a:solidFill>
                  <a:latin typeface="Roboto"/>
                </a:rPr>
                <a:t>SPEAK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26591" y="3892690"/>
              <a:ext cx="1070229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Delivers clear voice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326591" y="4035565"/>
              <a:ext cx="1070229" cy="14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guidance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57725" y="37861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4114800" y="800100"/>
                </a:moveTo>
                <a:cubicBezTo>
                  <a:pt x="4114800" y="863222"/>
                  <a:pt x="4063622" y="914400"/>
                  <a:pt x="4000500" y="914400"/>
                </a:cubicBezTo>
                <a:lnTo>
                  <a:pt x="114300" y="914400"/>
                </a:lnTo>
                <a:cubicBezTo>
                  <a:pt x="51177" y="914400"/>
                  <a:pt x="0" y="863222"/>
                  <a:pt x="0" y="8001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51177"/>
                  <a:pt x="4114800" y="114300"/>
                </a:cubicBezTo>
                <a:lnTo>
                  <a:pt x="4114800" y="800100"/>
                </a:lnTo>
              </a:path>
            </a:pathLst>
          </a:custGeom>
          <a:solidFill>
            <a:srgbClr val="F97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57725" y="37861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5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5" y="914400"/>
                  <a:pt x="4114800" y="863225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5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1475" y="37861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4114800" y="800100"/>
                </a:moveTo>
                <a:cubicBezTo>
                  <a:pt x="4114800" y="863222"/>
                  <a:pt x="4063622" y="914400"/>
                  <a:pt x="4000500" y="914400"/>
                </a:cubicBezTo>
                <a:lnTo>
                  <a:pt x="114300" y="914400"/>
                </a:lnTo>
                <a:cubicBezTo>
                  <a:pt x="51177" y="914400"/>
                  <a:pt x="0" y="863222"/>
                  <a:pt x="0" y="8001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51177"/>
                  <a:pt x="4114800" y="114300"/>
                </a:cubicBezTo>
                <a:lnTo>
                  <a:pt x="4114800" y="800100"/>
                </a:lnTo>
              </a:path>
            </a:pathLst>
          </a:custGeom>
          <a:solidFill>
            <a:srgbClr val="9C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1475" y="37861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5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5" y="914400"/>
                  <a:pt x="4114800" y="863225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5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1475" y="16144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4114800" y="800100"/>
                </a:moveTo>
                <a:cubicBezTo>
                  <a:pt x="4114800" y="863222"/>
                  <a:pt x="4063622" y="914400"/>
                  <a:pt x="4000500" y="914400"/>
                </a:cubicBezTo>
                <a:lnTo>
                  <a:pt x="114300" y="914400"/>
                </a:lnTo>
                <a:cubicBezTo>
                  <a:pt x="51177" y="914400"/>
                  <a:pt x="0" y="863222"/>
                  <a:pt x="0" y="8001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51177"/>
                  <a:pt x="4114800" y="114300"/>
                </a:cubicBezTo>
                <a:lnTo>
                  <a:pt x="4114800" y="800100"/>
                </a:lnTo>
              </a:path>
            </a:pathLst>
          </a:custGeom>
          <a:solidFill>
            <a:srgbClr val="9BB6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475" y="16144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5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5" y="914400"/>
                  <a:pt x="4114800" y="863225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5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57725" y="16144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4114800" y="800100"/>
                </a:moveTo>
                <a:cubicBezTo>
                  <a:pt x="4114800" y="863222"/>
                  <a:pt x="4063622" y="914400"/>
                  <a:pt x="4000500" y="914400"/>
                </a:cubicBezTo>
                <a:lnTo>
                  <a:pt x="114300" y="914400"/>
                </a:lnTo>
                <a:cubicBezTo>
                  <a:pt x="51177" y="914400"/>
                  <a:pt x="0" y="863222"/>
                  <a:pt x="0" y="8001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51177"/>
                  <a:pt x="4114800" y="114300"/>
                </a:cubicBezTo>
                <a:lnTo>
                  <a:pt x="4114800" y="800100"/>
                </a:lnTo>
              </a:path>
            </a:pathLst>
          </a:custGeom>
          <a:solidFill>
            <a:srgbClr val="8DC6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57725" y="16144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5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5" y="914400"/>
                  <a:pt x="4114800" y="863225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5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57725" y="270033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4114800" y="800100"/>
                </a:moveTo>
                <a:cubicBezTo>
                  <a:pt x="4114800" y="863222"/>
                  <a:pt x="4063622" y="914400"/>
                  <a:pt x="4000500" y="914400"/>
                </a:cubicBezTo>
                <a:lnTo>
                  <a:pt x="114300" y="914400"/>
                </a:lnTo>
                <a:cubicBezTo>
                  <a:pt x="51177" y="914400"/>
                  <a:pt x="0" y="863222"/>
                  <a:pt x="0" y="8001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51177"/>
                  <a:pt x="4114800" y="114300"/>
                </a:cubicBezTo>
                <a:lnTo>
                  <a:pt x="4114800" y="800100"/>
                </a:lnTo>
              </a:path>
            </a:pathLst>
          </a:custGeom>
          <a:solidFill>
            <a:srgbClr val="E08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7725" y="270033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5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5" y="914400"/>
                  <a:pt x="4114800" y="863225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5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1475" y="270033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4114800" y="800100"/>
                </a:moveTo>
                <a:cubicBezTo>
                  <a:pt x="4114800" y="863222"/>
                  <a:pt x="4063622" y="914400"/>
                  <a:pt x="4000500" y="914400"/>
                </a:cubicBezTo>
                <a:lnTo>
                  <a:pt x="114300" y="914400"/>
                </a:lnTo>
                <a:cubicBezTo>
                  <a:pt x="51177" y="914400"/>
                  <a:pt x="0" y="863222"/>
                  <a:pt x="0" y="8001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51177"/>
                  <a:pt x="4114800" y="114300"/>
                </a:cubicBezTo>
                <a:lnTo>
                  <a:pt x="4114800" y="800100"/>
                </a:lnTo>
              </a:path>
            </a:pathLst>
          </a:custGeom>
          <a:solidFill>
            <a:srgbClr val="FCBC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1475" y="270033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5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5" y="914400"/>
                  <a:pt x="4114800" y="863225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5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6378" y="2119312"/>
            <a:ext cx="1794576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Roboto"/>
              </a:rPr>
              <a:t>“Your bill is ₹2,840. Due August 25.”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2628" y="2119312"/>
            <a:ext cx="2251776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Roboto"/>
              </a:rPr>
              <a:t>“This sign means the entrance is on the left.”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5375" y="1843087"/>
            <a:ext cx="513902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584053"/>
                </a:solidFill>
                <a:latin typeface="Robot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1843087"/>
            <a:ext cx="513902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584053"/>
                </a:solidFill>
                <a:latin typeface="Robot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378" y="2928937"/>
            <a:ext cx="458095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584053"/>
                </a:solidFill>
                <a:latin typeface="Roboto"/>
              </a:rP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2628" y="2928937"/>
            <a:ext cx="293055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584053"/>
                </a:solidFill>
                <a:latin typeface="Roboto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2928937"/>
            <a:ext cx="513902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584053"/>
                </a:solidFill>
                <a:latin typeface="Robot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5375" y="2928937"/>
            <a:ext cx="513902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584053"/>
                </a:solidFill>
                <a:latin typeface="Robot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378" y="3205162"/>
            <a:ext cx="2032254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Roboto"/>
              </a:rPr>
              <a:t>“Stairs ahead. Please proceed carefully.”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2628" y="3205162"/>
            <a:ext cx="1431731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Roboto"/>
              </a:rPr>
              <a:t>“What do I need to do here?”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378" y="1843087"/>
            <a:ext cx="34721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584053"/>
                </a:solidFill>
                <a:latin typeface="Roboto"/>
              </a:rPr>
              <a:t>Read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90525" y="242887"/>
            <a:ext cx="6542493" cy="1200150"/>
            <a:chOff x="390525" y="242887"/>
            <a:chExt cx="6542493" cy="1200150"/>
          </a:xfrm>
        </p:grpSpPr>
        <p:sp>
          <p:nvSpPr>
            <p:cNvPr id="25" name="TextBox 24"/>
            <p:cNvSpPr txBox="1"/>
            <p:nvPr/>
          </p:nvSpPr>
          <p:spPr>
            <a:xfrm>
              <a:off x="390525" y="242887"/>
              <a:ext cx="6542493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584053"/>
                  </a:solidFill>
                  <a:latin typeface="Shantell Sans"/>
                </a:rPr>
                <a:t>ANVAYA in Everyday Life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0525" y="642937"/>
              <a:ext cx="6542493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 i="1">
                  <a:solidFill>
                    <a:srgbClr val="000000"/>
                  </a:solidFill>
                  <a:latin typeface="Shantell Sans"/>
                </a:rPr>
                <a:t>One assistant. Many everyday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525" y="1042987"/>
              <a:ext cx="6542493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 i="1">
                  <a:solidFill>
                    <a:srgbClr val="000000"/>
                  </a:solidFill>
                  <a:latin typeface="Shantell Sans"/>
                </a:rPr>
                <a:t>situations.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266378" y="4014787"/>
            <a:ext cx="674931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584053"/>
                </a:solidFill>
                <a:latin typeface="Roboto"/>
              </a:rPr>
              <a:t>SIMPLIFY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2628" y="4014787"/>
            <a:ext cx="143962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584053"/>
                </a:solidFill>
                <a:latin typeface="Roboto"/>
              </a:rPr>
              <a:t>EVERYDAY OBJECTS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25" y="4014787"/>
            <a:ext cx="513902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584053"/>
                </a:solidFill>
                <a:latin typeface="Robot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5375" y="4014787"/>
            <a:ext cx="513902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584053"/>
                </a:solidFill>
                <a:latin typeface="Roboto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6378" y="4291012"/>
            <a:ext cx="2329310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Roboto"/>
              </a:rPr>
              <a:t>Turn complex information into plain language.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2628" y="4291012"/>
            <a:ext cx="2146868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Roboto"/>
              </a:rPr>
              <a:t>Identify and understand what’s around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2628" y="1843087"/>
            <a:ext cx="101770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584053"/>
                </a:solidFill>
                <a:latin typeface="Roboto"/>
              </a:rPr>
              <a:t>UNDERSTAND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0488" y="3646492"/>
            <a:ext cx="2385178" cy="795067"/>
          </a:xfrm>
          <a:custGeom>
            <a:avLst/>
            <a:gdLst/>
            <a:ahLst/>
            <a:cxnLst/>
            <a:rect l="0" t="0" r="0" b="0"/>
            <a:pathLst>
              <a:path w="2385178" h="795067">
                <a:moveTo>
                  <a:pt x="0" y="584734"/>
                </a:moveTo>
                <a:cubicBezTo>
                  <a:pt x="0" y="700898"/>
                  <a:pt x="93673" y="795067"/>
                  <a:pt x="209226" y="795067"/>
                </a:cubicBezTo>
                <a:lnTo>
                  <a:pt x="2175951" y="795067"/>
                </a:lnTo>
                <a:cubicBezTo>
                  <a:pt x="2291504" y="795067"/>
                  <a:pt x="2385178" y="700898"/>
                  <a:pt x="2385178" y="584734"/>
                </a:cubicBezTo>
                <a:moveTo>
                  <a:pt x="2385178" y="584727"/>
                </a:moveTo>
                <a:lnTo>
                  <a:pt x="2385178" y="292363"/>
                </a:lnTo>
                <a:lnTo>
                  <a:pt x="2385178" y="0"/>
                </a:lnTo>
                <a:moveTo>
                  <a:pt x="0" y="0"/>
                </a:moveTo>
                <a:lnTo>
                  <a:pt x="0" y="292363"/>
                </a:lnTo>
                <a:lnTo>
                  <a:pt x="0" y="584727"/>
                </a:lnTo>
              </a:path>
            </a:pathLst>
          </a:custGeom>
          <a:noFill/>
          <a:ln w="16566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45666" y="1732426"/>
            <a:ext cx="2385178" cy="1251005"/>
          </a:xfrm>
          <a:custGeom>
            <a:avLst/>
            <a:gdLst/>
            <a:ahLst/>
            <a:cxnLst/>
            <a:rect l="0" t="0" r="0" b="0"/>
            <a:pathLst>
              <a:path w="2385178" h="1251005">
                <a:moveTo>
                  <a:pt x="2385178" y="210332"/>
                </a:moveTo>
                <a:cubicBezTo>
                  <a:pt x="2385178" y="94169"/>
                  <a:pt x="2291504" y="0"/>
                  <a:pt x="2175951" y="0"/>
                </a:cubicBezTo>
                <a:lnTo>
                  <a:pt x="209226" y="0"/>
                </a:lnTo>
                <a:cubicBezTo>
                  <a:pt x="93673" y="0"/>
                  <a:pt x="0" y="94169"/>
                  <a:pt x="0" y="210332"/>
                </a:cubicBezTo>
                <a:moveTo>
                  <a:pt x="2385178" y="1251005"/>
                </a:moveTo>
                <a:lnTo>
                  <a:pt x="2385178" y="730669"/>
                </a:lnTo>
                <a:lnTo>
                  <a:pt x="2385178" y="210333"/>
                </a:lnTo>
                <a:moveTo>
                  <a:pt x="0" y="210333"/>
                </a:moveTo>
                <a:lnTo>
                  <a:pt x="0" y="730669"/>
                </a:lnTo>
                <a:lnTo>
                  <a:pt x="0" y="1251005"/>
                </a:lnTo>
              </a:path>
            </a:pathLst>
          </a:custGeom>
          <a:noFill/>
          <a:ln w="16566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30843" y="3223194"/>
            <a:ext cx="2721973" cy="1417130"/>
          </a:xfrm>
          <a:custGeom>
            <a:avLst/>
            <a:gdLst/>
            <a:ahLst/>
            <a:cxnLst/>
            <a:rect l="0" t="0" r="0" b="0"/>
            <a:pathLst>
              <a:path w="2721973" h="1417130">
                <a:moveTo>
                  <a:pt x="0" y="1206797"/>
                </a:moveTo>
                <a:cubicBezTo>
                  <a:pt x="0" y="1322960"/>
                  <a:pt x="93673" y="1417130"/>
                  <a:pt x="209226" y="1417130"/>
                </a:cubicBezTo>
                <a:lnTo>
                  <a:pt x="2175951" y="1417130"/>
                </a:lnTo>
                <a:cubicBezTo>
                  <a:pt x="2291504" y="1417130"/>
                  <a:pt x="2385178" y="1322960"/>
                  <a:pt x="2385178" y="1206797"/>
                </a:cubicBezTo>
                <a:moveTo>
                  <a:pt x="2385178" y="1206791"/>
                </a:moveTo>
                <a:lnTo>
                  <a:pt x="2385178" y="815044"/>
                </a:lnTo>
                <a:lnTo>
                  <a:pt x="2385178" y="423296"/>
                </a:lnTo>
                <a:moveTo>
                  <a:pt x="0" y="423296"/>
                </a:moveTo>
                <a:lnTo>
                  <a:pt x="0" y="815044"/>
                </a:lnTo>
                <a:lnTo>
                  <a:pt x="0" y="1206791"/>
                </a:lnTo>
                <a:moveTo>
                  <a:pt x="2721973" y="90987"/>
                </a:moveTo>
                <a:lnTo>
                  <a:pt x="2594404" y="90987"/>
                </a:lnTo>
                <a:cubicBezTo>
                  <a:pt x="2478851" y="90987"/>
                  <a:pt x="2385178" y="185157"/>
                  <a:pt x="2385178" y="301320"/>
                </a:cubicBezTo>
                <a:lnTo>
                  <a:pt x="2385178" y="422780"/>
                </a:lnTo>
                <a:moveTo>
                  <a:pt x="2631000" y="181937"/>
                </a:moveTo>
                <a:lnTo>
                  <a:pt x="2721973" y="90973"/>
                </a:lnTo>
                <a:lnTo>
                  <a:pt x="2631000" y="0"/>
                </a:lnTo>
              </a:path>
            </a:pathLst>
          </a:custGeom>
          <a:noFill/>
          <a:ln w="16566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9514" y="371475"/>
            <a:ext cx="624498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584053"/>
                </a:solidFill>
                <a:latin typeface="Shantell Sans"/>
              </a:rPr>
              <a:t>From Camera to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3798" y="1000125"/>
            <a:ext cx="475640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584053"/>
                </a:solidFill>
                <a:latin typeface="Roboto"/>
              </a:rPr>
              <a:t>Visual input → AI understanding → Accessible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980" y="1997445"/>
            <a:ext cx="641842" cy="641844"/>
          </a:xfrm>
          <a:custGeom>
            <a:avLst/>
            <a:gdLst/>
            <a:ahLst/>
            <a:cxnLst/>
            <a:rect l="0" t="0" r="0" b="0"/>
            <a:pathLst>
              <a:path w="641842" h="641844">
                <a:moveTo>
                  <a:pt x="338173" y="445840"/>
                </a:moveTo>
                <a:cubicBezTo>
                  <a:pt x="455571" y="445840"/>
                  <a:pt x="550741" y="350670"/>
                  <a:pt x="550741" y="233272"/>
                </a:cubicBezTo>
                <a:cubicBezTo>
                  <a:pt x="550741" y="115874"/>
                  <a:pt x="455571" y="20704"/>
                  <a:pt x="338173" y="20704"/>
                </a:cubicBezTo>
                <a:cubicBezTo>
                  <a:pt x="220776" y="20704"/>
                  <a:pt x="125606" y="115874"/>
                  <a:pt x="125606" y="233272"/>
                </a:cubicBezTo>
                <a:cubicBezTo>
                  <a:pt x="125606" y="350670"/>
                  <a:pt x="220776" y="445840"/>
                  <a:pt x="338173" y="445840"/>
                </a:cubicBezTo>
                <a:close/>
                <a:moveTo>
                  <a:pt x="0" y="0"/>
                </a:moveTo>
                <a:moveTo>
                  <a:pt x="641842" y="536946"/>
                </a:moveTo>
                <a:lnTo>
                  <a:pt x="487247" y="385112"/>
                </a:lnTo>
                <a:moveTo>
                  <a:pt x="75917" y="103523"/>
                </a:moveTo>
                <a:cubicBezTo>
                  <a:pt x="45550" y="103523"/>
                  <a:pt x="20704" y="128368"/>
                  <a:pt x="20704" y="158735"/>
                </a:cubicBezTo>
                <a:lnTo>
                  <a:pt x="20704" y="586632"/>
                </a:lnTo>
                <a:cubicBezTo>
                  <a:pt x="20704" y="616999"/>
                  <a:pt x="45550" y="641844"/>
                  <a:pt x="75917" y="641844"/>
                </a:cubicBezTo>
                <a:lnTo>
                  <a:pt x="351979" y="641844"/>
                </a:lnTo>
                <a:cubicBezTo>
                  <a:pt x="382346" y="641844"/>
                  <a:pt x="407191" y="616999"/>
                  <a:pt x="407191" y="586632"/>
                </a:cubicBezTo>
                <a:lnTo>
                  <a:pt x="407191" y="517616"/>
                </a:lnTo>
                <a:moveTo>
                  <a:pt x="407191" y="338176"/>
                </a:moveTo>
                <a:lnTo>
                  <a:pt x="407191" y="158735"/>
                </a:lnTo>
                <a:cubicBezTo>
                  <a:pt x="407191" y="128368"/>
                  <a:pt x="382346" y="103523"/>
                  <a:pt x="351979" y="103523"/>
                </a:cubicBezTo>
                <a:lnTo>
                  <a:pt x="282963" y="103523"/>
                </a:lnTo>
                <a:moveTo>
                  <a:pt x="305046" y="269160"/>
                </a:moveTo>
                <a:lnTo>
                  <a:pt x="208425" y="269160"/>
                </a:lnTo>
                <a:moveTo>
                  <a:pt x="305046" y="186342"/>
                </a:moveTo>
                <a:lnTo>
                  <a:pt x="222228" y="186342"/>
                </a:lnTo>
                <a:moveTo>
                  <a:pt x="305046" y="351979"/>
                </a:moveTo>
                <a:lnTo>
                  <a:pt x="277439" y="351979"/>
                </a:lnTo>
              </a:path>
            </a:pathLst>
          </a:custGeom>
          <a:noFill/>
          <a:ln w="16566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36709" y="2600797"/>
            <a:ext cx="632872" cy="632739"/>
          </a:xfrm>
          <a:custGeom>
            <a:avLst/>
            <a:gdLst/>
            <a:ahLst/>
            <a:cxnLst/>
            <a:rect l="0" t="0" r="0" b="0"/>
            <a:pathLst>
              <a:path w="632872" h="632739">
                <a:moveTo>
                  <a:pt x="325366" y="603173"/>
                </a:moveTo>
                <a:cubicBezTo>
                  <a:pt x="325351" y="619496"/>
                  <a:pt x="312123" y="632724"/>
                  <a:pt x="295800" y="632739"/>
                </a:cubicBezTo>
                <a:lnTo>
                  <a:pt x="29593" y="632739"/>
                </a:lnTo>
                <a:cubicBezTo>
                  <a:pt x="13260" y="632739"/>
                  <a:pt x="15" y="619507"/>
                  <a:pt x="0" y="603173"/>
                </a:cubicBezTo>
                <a:lnTo>
                  <a:pt x="0" y="529216"/>
                </a:lnTo>
                <a:cubicBezTo>
                  <a:pt x="0" y="439369"/>
                  <a:pt x="72835" y="366533"/>
                  <a:pt x="162683" y="366533"/>
                </a:cubicBezTo>
                <a:cubicBezTo>
                  <a:pt x="252531" y="366533"/>
                  <a:pt x="325366" y="439369"/>
                  <a:pt x="325366" y="529216"/>
                </a:cubicBezTo>
                <a:close/>
                <a:moveTo>
                  <a:pt x="100569" y="467102"/>
                </a:moveTo>
                <a:cubicBezTo>
                  <a:pt x="100569" y="470914"/>
                  <a:pt x="103659" y="474004"/>
                  <a:pt x="107471" y="474004"/>
                </a:cubicBezTo>
                <a:cubicBezTo>
                  <a:pt x="111282" y="474004"/>
                  <a:pt x="114372" y="470914"/>
                  <a:pt x="114372" y="467102"/>
                </a:cubicBezTo>
                <a:cubicBezTo>
                  <a:pt x="114372" y="463290"/>
                  <a:pt x="111282" y="460201"/>
                  <a:pt x="107471" y="460201"/>
                </a:cubicBezTo>
                <a:cubicBezTo>
                  <a:pt x="103659" y="460201"/>
                  <a:pt x="100569" y="463290"/>
                  <a:pt x="100569" y="467102"/>
                </a:cubicBezTo>
                <a:moveTo>
                  <a:pt x="210994" y="466936"/>
                </a:moveTo>
                <a:cubicBezTo>
                  <a:pt x="210994" y="470748"/>
                  <a:pt x="214084" y="473838"/>
                  <a:pt x="217895" y="473838"/>
                </a:cubicBezTo>
                <a:cubicBezTo>
                  <a:pt x="221707" y="473838"/>
                  <a:pt x="224797" y="470748"/>
                  <a:pt x="224797" y="466936"/>
                </a:cubicBezTo>
                <a:cubicBezTo>
                  <a:pt x="224797" y="463125"/>
                  <a:pt x="221707" y="460035"/>
                  <a:pt x="217895" y="460035"/>
                </a:cubicBezTo>
                <a:cubicBezTo>
                  <a:pt x="214084" y="460035"/>
                  <a:pt x="210994" y="463125"/>
                  <a:pt x="210994" y="466936"/>
                </a:cubicBezTo>
                <a:moveTo>
                  <a:pt x="162683" y="366533"/>
                </a:moveTo>
                <a:lnTo>
                  <a:pt x="162683" y="307372"/>
                </a:lnTo>
                <a:moveTo>
                  <a:pt x="118320" y="263009"/>
                </a:moveTo>
                <a:cubicBezTo>
                  <a:pt x="118320" y="287510"/>
                  <a:pt x="138182" y="307372"/>
                  <a:pt x="162683" y="307372"/>
                </a:cubicBezTo>
                <a:cubicBezTo>
                  <a:pt x="187184" y="307372"/>
                  <a:pt x="207046" y="287510"/>
                  <a:pt x="207046" y="263009"/>
                </a:cubicBezTo>
                <a:cubicBezTo>
                  <a:pt x="207046" y="238508"/>
                  <a:pt x="187184" y="218646"/>
                  <a:pt x="162683" y="218646"/>
                </a:cubicBezTo>
                <a:cubicBezTo>
                  <a:pt x="138182" y="218646"/>
                  <a:pt x="118320" y="238508"/>
                  <a:pt x="118320" y="263009"/>
                </a:cubicBezTo>
                <a:moveTo>
                  <a:pt x="0" y="558617"/>
                </a:moveTo>
                <a:lnTo>
                  <a:pt x="325366" y="558617"/>
                </a:lnTo>
                <a:moveTo>
                  <a:pt x="632734" y="119816"/>
                </a:moveTo>
                <a:cubicBezTo>
                  <a:pt x="595619" y="193218"/>
                  <a:pt x="520363" y="239495"/>
                  <a:pt x="438110" y="239495"/>
                </a:cubicBezTo>
                <a:cubicBezTo>
                  <a:pt x="355858" y="239495"/>
                  <a:pt x="280602" y="193218"/>
                  <a:pt x="243486" y="119816"/>
                </a:cubicBezTo>
                <a:cubicBezTo>
                  <a:pt x="280575" y="46338"/>
                  <a:pt x="355872" y="0"/>
                  <a:pt x="438179" y="0"/>
                </a:cubicBezTo>
                <a:cubicBezTo>
                  <a:pt x="520487" y="0"/>
                  <a:pt x="595784" y="46338"/>
                  <a:pt x="632872" y="119816"/>
                </a:cubicBezTo>
                <a:close/>
                <a:moveTo>
                  <a:pt x="378150" y="119816"/>
                </a:moveTo>
                <a:cubicBezTo>
                  <a:pt x="378150" y="152901"/>
                  <a:pt x="404970" y="179721"/>
                  <a:pt x="438055" y="179721"/>
                </a:cubicBezTo>
                <a:cubicBezTo>
                  <a:pt x="471140" y="179721"/>
                  <a:pt x="497961" y="152901"/>
                  <a:pt x="497961" y="119816"/>
                </a:cubicBezTo>
                <a:cubicBezTo>
                  <a:pt x="497961" y="86731"/>
                  <a:pt x="471140" y="59910"/>
                  <a:pt x="438055" y="59910"/>
                </a:cubicBezTo>
                <a:cubicBezTo>
                  <a:pt x="404970" y="59910"/>
                  <a:pt x="378150" y="86731"/>
                  <a:pt x="378150" y="119816"/>
                </a:cubicBezTo>
              </a:path>
            </a:pathLst>
          </a:custGeom>
          <a:noFill/>
          <a:ln w="16566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05961" y="2682517"/>
            <a:ext cx="634941" cy="469305"/>
          </a:xfrm>
          <a:custGeom>
            <a:avLst/>
            <a:gdLst/>
            <a:ahLst/>
            <a:cxnLst/>
            <a:rect l="0" t="0" r="0" b="0"/>
            <a:pathLst>
              <a:path w="634941" h="469305">
                <a:moveTo>
                  <a:pt x="538321" y="13803"/>
                </a:moveTo>
                <a:cubicBezTo>
                  <a:pt x="599916" y="70725"/>
                  <a:pt x="634941" y="150783"/>
                  <a:pt x="634941" y="234652"/>
                </a:cubicBezTo>
                <a:cubicBezTo>
                  <a:pt x="634941" y="318522"/>
                  <a:pt x="599916" y="398580"/>
                  <a:pt x="538321" y="455502"/>
                </a:cubicBezTo>
                <a:moveTo>
                  <a:pt x="469305" y="69015"/>
                </a:moveTo>
                <a:cubicBezTo>
                  <a:pt x="521081" y="108348"/>
                  <a:pt x="551486" y="169630"/>
                  <a:pt x="551486" y="234652"/>
                </a:cubicBezTo>
                <a:cubicBezTo>
                  <a:pt x="551486" y="299675"/>
                  <a:pt x="521081" y="360956"/>
                  <a:pt x="469305" y="400290"/>
                </a:cubicBezTo>
                <a:moveTo>
                  <a:pt x="414093" y="138031"/>
                </a:moveTo>
                <a:cubicBezTo>
                  <a:pt x="487995" y="191780"/>
                  <a:pt x="487774" y="277718"/>
                  <a:pt x="414093" y="331274"/>
                </a:cubicBezTo>
                <a:moveTo>
                  <a:pt x="345077" y="0"/>
                </a:moveTo>
                <a:cubicBezTo>
                  <a:pt x="252929" y="64"/>
                  <a:pt x="169348" y="54057"/>
                  <a:pt x="131405" y="138031"/>
                </a:cubicBezTo>
                <a:lnTo>
                  <a:pt x="69015" y="138031"/>
                </a:lnTo>
                <a:cubicBezTo>
                  <a:pt x="30899" y="138031"/>
                  <a:pt x="0" y="168930"/>
                  <a:pt x="0" y="207046"/>
                </a:cubicBezTo>
                <a:lnTo>
                  <a:pt x="0" y="262259"/>
                </a:lnTo>
                <a:cubicBezTo>
                  <a:pt x="0" y="300375"/>
                  <a:pt x="30899" y="331274"/>
                  <a:pt x="69015" y="331274"/>
                </a:cubicBezTo>
                <a:lnTo>
                  <a:pt x="131405" y="331274"/>
                </a:lnTo>
                <a:cubicBezTo>
                  <a:pt x="169348" y="415248"/>
                  <a:pt x="252929" y="469241"/>
                  <a:pt x="345077" y="469305"/>
                </a:cubicBezTo>
                <a:cubicBezTo>
                  <a:pt x="352701" y="469305"/>
                  <a:pt x="358880" y="463125"/>
                  <a:pt x="358880" y="455502"/>
                </a:cubicBezTo>
                <a:lnTo>
                  <a:pt x="358880" y="13803"/>
                </a:lnTo>
                <a:cubicBezTo>
                  <a:pt x="358880" y="6179"/>
                  <a:pt x="352701" y="0"/>
                  <a:pt x="345077" y="0"/>
                </a:cubicBezTo>
                <a:close/>
              </a:path>
            </a:pathLst>
          </a:custGeom>
          <a:noFill/>
          <a:ln w="16566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4062133" y="2792502"/>
            <a:ext cx="1356864" cy="522198"/>
            <a:chOff x="4062133" y="2792502"/>
            <a:chExt cx="1356864" cy="522198"/>
          </a:xfrm>
        </p:grpSpPr>
        <p:sp>
          <p:nvSpPr>
            <p:cNvPr id="10" name="TextBox 9"/>
            <p:cNvSpPr txBox="1"/>
            <p:nvPr/>
          </p:nvSpPr>
          <p:spPr>
            <a:xfrm>
              <a:off x="4062133" y="2792502"/>
              <a:ext cx="1356864" cy="257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700" b="1">
                  <a:solidFill>
                    <a:srgbClr val="584053"/>
                  </a:solidFill>
                  <a:latin typeface="Shantell Sans"/>
                </a:rPr>
                <a:t>Contextual-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62133" y="3049677"/>
              <a:ext cx="1356864" cy="265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700" b="1">
                  <a:solidFill>
                    <a:srgbClr val="584053"/>
                  </a:solidFill>
                  <a:latin typeface="Shantell Sans"/>
                </a:rPr>
                <a:t>ization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85145" y="3115932"/>
            <a:ext cx="150685" cy="3975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500" b="1">
                <a:solidFill>
                  <a:srgbClr val="584053"/>
                </a:solidFill>
                <a:latin typeface="Shantell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9651" y="3115932"/>
            <a:ext cx="232019" cy="3975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500" b="1">
                <a:solidFill>
                  <a:srgbClr val="584053"/>
                </a:solidFill>
                <a:latin typeface="Shantell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4829" y="3115932"/>
            <a:ext cx="232019" cy="3975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500" b="1">
                <a:solidFill>
                  <a:srgbClr val="584053"/>
                </a:solidFill>
                <a:latin typeface="Shantell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8705" y="3380952"/>
            <a:ext cx="1068733" cy="2650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584053"/>
                </a:solidFill>
                <a:latin typeface="Shantell Sans"/>
              </a:rPr>
              <a:t>AI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703" y="3380952"/>
            <a:ext cx="1471460" cy="2650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584053"/>
                </a:solidFill>
                <a:latin typeface="Shantell Sans"/>
              </a:rPr>
              <a:t>Voice Output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253528" y="3455473"/>
            <a:ext cx="974083" cy="579767"/>
            <a:chOff x="4253528" y="3455473"/>
            <a:chExt cx="974083" cy="579767"/>
          </a:xfrm>
        </p:grpSpPr>
        <p:sp>
          <p:nvSpPr>
            <p:cNvPr id="18" name="TextBox 17"/>
            <p:cNvSpPr txBox="1"/>
            <p:nvPr/>
          </p:nvSpPr>
          <p:spPr>
            <a:xfrm>
              <a:off x="4253528" y="3455473"/>
              <a:ext cx="97408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AI prioritizes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53528" y="3645973"/>
              <a:ext cx="97408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important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53528" y="3836473"/>
              <a:ext cx="974083" cy="198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information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545245" y="3782616"/>
            <a:ext cx="1415653" cy="389267"/>
            <a:chOff x="1545245" y="3782616"/>
            <a:chExt cx="1415653" cy="389267"/>
          </a:xfrm>
        </p:grpSpPr>
        <p:sp>
          <p:nvSpPr>
            <p:cNvPr id="22" name="TextBox 21"/>
            <p:cNvSpPr txBox="1"/>
            <p:nvPr/>
          </p:nvSpPr>
          <p:spPr>
            <a:xfrm>
              <a:off x="1545245" y="3782616"/>
              <a:ext cx="14156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AI interprets visual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45245" y="3973116"/>
              <a:ext cx="1415653" cy="198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context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353187" y="3786748"/>
            <a:ext cx="1340491" cy="579767"/>
            <a:chOff x="6353187" y="3786748"/>
            <a:chExt cx="1340491" cy="579767"/>
          </a:xfrm>
        </p:grpSpPr>
        <p:sp>
          <p:nvSpPr>
            <p:cNvPr id="25" name="TextBox 24"/>
            <p:cNvSpPr txBox="1"/>
            <p:nvPr/>
          </p:nvSpPr>
          <p:spPr>
            <a:xfrm>
              <a:off x="6353187" y="3786748"/>
              <a:ext cx="134049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AI converts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53187" y="3977248"/>
              <a:ext cx="134049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prioritized data to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53187" y="4167748"/>
              <a:ext cx="1340491" cy="198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voice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85" y="-98793"/>
            <a:ext cx="8011639" cy="534108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5366099" y="-280120"/>
            <a:ext cx="647099" cy="1164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1973" y="2964244"/>
            <a:ext cx="682752" cy="385743"/>
          </a:xfrm>
          <a:custGeom>
            <a:avLst/>
            <a:gdLst/>
            <a:ahLst/>
            <a:cxnLst/>
            <a:rect l="0" t="0" r="0" b="0"/>
            <a:pathLst>
              <a:path w="682752" h="385743">
                <a:moveTo>
                  <a:pt x="475678" y="67979"/>
                </a:moveTo>
                <a:cubicBezTo>
                  <a:pt x="486546" y="27441"/>
                  <a:pt x="524798" y="0"/>
                  <a:pt x="566985" y="11306"/>
                </a:cubicBezTo>
                <a:cubicBezTo>
                  <a:pt x="630288" y="28270"/>
                  <a:pt x="677713" y="114061"/>
                  <a:pt x="682752" y="123463"/>
                </a:cubicBezTo>
                <a:cubicBezTo>
                  <a:pt x="673693" y="129092"/>
                  <a:pt x="589711" y="179679"/>
                  <a:pt x="526408" y="162715"/>
                </a:cubicBezTo>
                <a:cubicBezTo>
                  <a:pt x="484536" y="151495"/>
                  <a:pt x="465105" y="109146"/>
                  <a:pt x="475449" y="68875"/>
                </a:cubicBezTo>
                <a:cubicBezTo>
                  <a:pt x="397144" y="55311"/>
                  <a:pt x="354911" y="128454"/>
                  <a:pt x="354682" y="174174"/>
                </a:cubicBezTo>
                <a:lnTo>
                  <a:pt x="354682" y="385743"/>
                </a:lnTo>
                <a:lnTo>
                  <a:pt x="326583" y="385743"/>
                </a:lnTo>
                <a:lnTo>
                  <a:pt x="328079" y="174174"/>
                </a:lnTo>
                <a:cubicBezTo>
                  <a:pt x="328079" y="132864"/>
                  <a:pt x="285607" y="55435"/>
                  <a:pt x="207283" y="68884"/>
                </a:cubicBezTo>
                <a:cubicBezTo>
                  <a:pt x="217617" y="109156"/>
                  <a:pt x="198205" y="151495"/>
                  <a:pt x="156333" y="162715"/>
                </a:cubicBezTo>
                <a:cubicBezTo>
                  <a:pt x="93030" y="179670"/>
                  <a:pt x="9067" y="129092"/>
                  <a:pt x="0" y="123463"/>
                </a:cubicBezTo>
                <a:cubicBezTo>
                  <a:pt x="5029" y="114061"/>
                  <a:pt x="52463" y="28260"/>
                  <a:pt x="115766" y="11306"/>
                </a:cubicBezTo>
                <a:cubicBezTo>
                  <a:pt x="157943" y="0"/>
                  <a:pt x="196205" y="27441"/>
                  <a:pt x="207063" y="67979"/>
                </a:cubicBezTo>
                <a:cubicBezTo>
                  <a:pt x="207111" y="68151"/>
                  <a:pt x="207149" y="68322"/>
                  <a:pt x="207197" y="68494"/>
                </a:cubicBezTo>
                <a:cubicBezTo>
                  <a:pt x="283635" y="46548"/>
                  <a:pt x="327869" y="91344"/>
                  <a:pt x="341376" y="122062"/>
                </a:cubicBezTo>
                <a:cubicBezTo>
                  <a:pt x="354891" y="91344"/>
                  <a:pt x="399107" y="46558"/>
                  <a:pt x="475545" y="68494"/>
                </a:cubicBezTo>
                <a:cubicBezTo>
                  <a:pt x="475592" y="68322"/>
                  <a:pt x="475640" y="68151"/>
                  <a:pt x="475678" y="67979"/>
                </a:cubicBezTo>
              </a:path>
            </a:pathLst>
          </a:custGeom>
          <a:solidFill>
            <a:srgbClr val="9BB6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81973" y="2964243"/>
            <a:ext cx="682746" cy="385744"/>
          </a:xfrm>
          <a:custGeom>
            <a:avLst/>
            <a:gdLst/>
            <a:ahLst/>
            <a:cxnLst/>
            <a:rect l="0" t="0" r="0" b="0"/>
            <a:pathLst>
              <a:path w="682746" h="385744">
                <a:moveTo>
                  <a:pt x="566980" y="11302"/>
                </a:moveTo>
                <a:cubicBezTo>
                  <a:pt x="524798" y="0"/>
                  <a:pt x="486539" y="27443"/>
                  <a:pt x="475677" y="67980"/>
                </a:cubicBezTo>
                <a:cubicBezTo>
                  <a:pt x="464815" y="108517"/>
                  <a:pt x="484227" y="151413"/>
                  <a:pt x="526408" y="162716"/>
                </a:cubicBezTo>
                <a:cubicBezTo>
                  <a:pt x="589715" y="179678"/>
                  <a:pt x="673686" y="129089"/>
                  <a:pt x="682746" y="123463"/>
                </a:cubicBezTo>
                <a:cubicBezTo>
                  <a:pt x="677713" y="114061"/>
                  <a:pt x="630286" y="28264"/>
                  <a:pt x="566980" y="11302"/>
                </a:cubicBezTo>
                <a:close/>
                <a:moveTo>
                  <a:pt x="115766" y="11302"/>
                </a:moveTo>
                <a:cubicBezTo>
                  <a:pt x="157948" y="0"/>
                  <a:pt x="196207" y="27443"/>
                  <a:pt x="207069" y="67980"/>
                </a:cubicBezTo>
                <a:cubicBezTo>
                  <a:pt x="217931" y="108517"/>
                  <a:pt x="198518" y="151413"/>
                  <a:pt x="156337" y="162716"/>
                </a:cubicBezTo>
                <a:cubicBezTo>
                  <a:pt x="93031" y="179678"/>
                  <a:pt x="9060" y="129089"/>
                  <a:pt x="0" y="123463"/>
                </a:cubicBezTo>
                <a:cubicBezTo>
                  <a:pt x="5033" y="114061"/>
                  <a:pt x="52460" y="28264"/>
                  <a:pt x="115766" y="11302"/>
                </a:cubicBezTo>
                <a:close/>
                <a:moveTo>
                  <a:pt x="341378" y="122057"/>
                </a:moveTo>
                <a:cubicBezTo>
                  <a:pt x="327645" y="90845"/>
                  <a:pt x="282207" y="45104"/>
                  <a:pt x="203471" y="69604"/>
                </a:cubicBezTo>
                <a:cubicBezTo>
                  <a:pt x="284232" y="52940"/>
                  <a:pt x="328079" y="132195"/>
                  <a:pt x="328079" y="174173"/>
                </a:cubicBezTo>
                <a:lnTo>
                  <a:pt x="326583" y="385744"/>
                </a:lnTo>
                <a:lnTo>
                  <a:pt x="354908" y="385744"/>
                </a:lnTo>
                <a:lnTo>
                  <a:pt x="354677" y="174173"/>
                </a:lnTo>
                <a:cubicBezTo>
                  <a:pt x="354908" y="127713"/>
                  <a:pt x="398524" y="52940"/>
                  <a:pt x="479285" y="69604"/>
                </a:cubicBezTo>
                <a:cubicBezTo>
                  <a:pt x="400549" y="45104"/>
                  <a:pt x="355110" y="90845"/>
                  <a:pt x="341378" y="122057"/>
                </a:cubicBezTo>
                <a:close/>
                <a:moveTo>
                  <a:pt x="640989" y="112270"/>
                </a:moveTo>
                <a:lnTo>
                  <a:pt x="475677" y="67980"/>
                </a:lnTo>
                <a:moveTo>
                  <a:pt x="600316" y="73398"/>
                </a:moveTo>
                <a:cubicBezTo>
                  <a:pt x="594751" y="81785"/>
                  <a:pt x="577223" y="93552"/>
                  <a:pt x="565464" y="92047"/>
                </a:cubicBezTo>
                <a:cubicBezTo>
                  <a:pt x="576401" y="96625"/>
                  <a:pt x="585696" y="115580"/>
                  <a:pt x="586322" y="125625"/>
                </a:cubicBezTo>
                <a:moveTo>
                  <a:pt x="549543" y="53904"/>
                </a:moveTo>
                <a:cubicBezTo>
                  <a:pt x="542860" y="64064"/>
                  <a:pt x="521868" y="78358"/>
                  <a:pt x="507821" y="76586"/>
                </a:cubicBezTo>
                <a:cubicBezTo>
                  <a:pt x="520872" y="82074"/>
                  <a:pt x="531905" y="104949"/>
                  <a:pt x="532612" y="117089"/>
                </a:cubicBezTo>
                <a:moveTo>
                  <a:pt x="41757" y="112270"/>
                </a:moveTo>
                <a:lnTo>
                  <a:pt x="207069" y="67980"/>
                </a:lnTo>
                <a:moveTo>
                  <a:pt x="82429" y="73398"/>
                </a:moveTo>
                <a:cubicBezTo>
                  <a:pt x="87994" y="81785"/>
                  <a:pt x="105522" y="93552"/>
                  <a:pt x="117282" y="92047"/>
                </a:cubicBezTo>
                <a:cubicBezTo>
                  <a:pt x="106345" y="96625"/>
                  <a:pt x="97050" y="115580"/>
                  <a:pt x="96424" y="125625"/>
                </a:cubicBezTo>
                <a:moveTo>
                  <a:pt x="133203" y="53904"/>
                </a:moveTo>
                <a:cubicBezTo>
                  <a:pt x="139886" y="64064"/>
                  <a:pt x="160878" y="78358"/>
                  <a:pt x="174924" y="76586"/>
                </a:cubicBezTo>
                <a:cubicBezTo>
                  <a:pt x="161874" y="82074"/>
                  <a:pt x="150841" y="104949"/>
                  <a:pt x="150134" y="117089"/>
                </a:cubicBezTo>
              </a:path>
            </a:pathLst>
          </a:custGeom>
          <a:noFill/>
          <a:ln w="14708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50653" y="2437629"/>
            <a:ext cx="891159" cy="918743"/>
          </a:xfrm>
          <a:custGeom>
            <a:avLst/>
            <a:gdLst/>
            <a:ahLst/>
            <a:cxnLst/>
            <a:rect l="0" t="0" r="0" b="0"/>
            <a:pathLst>
              <a:path w="891159" h="918743">
                <a:moveTo>
                  <a:pt x="493042" y="104736"/>
                </a:moveTo>
                <a:cubicBezTo>
                  <a:pt x="620001" y="0"/>
                  <a:pt x="864593" y="28060"/>
                  <a:pt x="891159" y="31470"/>
                </a:cubicBezTo>
                <a:cubicBezTo>
                  <a:pt x="889454" y="58197"/>
                  <a:pt x="870518" y="303666"/>
                  <a:pt x="743559" y="408403"/>
                </a:cubicBezTo>
                <a:cubicBezTo>
                  <a:pt x="659425" y="477812"/>
                  <a:pt x="544210" y="455599"/>
                  <a:pt x="476983" y="375380"/>
                </a:cubicBezTo>
                <a:cubicBezTo>
                  <a:pt x="405212" y="433539"/>
                  <a:pt x="352272" y="535971"/>
                  <a:pt x="352272" y="612066"/>
                </a:cubicBezTo>
                <a:lnTo>
                  <a:pt x="357825" y="918743"/>
                </a:lnTo>
                <a:lnTo>
                  <a:pt x="315563" y="918743"/>
                </a:lnTo>
                <a:lnTo>
                  <a:pt x="317192" y="696496"/>
                </a:lnTo>
                <a:cubicBezTo>
                  <a:pt x="318173" y="633869"/>
                  <a:pt x="275577" y="554983"/>
                  <a:pt x="221456" y="494928"/>
                </a:cubicBezTo>
                <a:cubicBezTo>
                  <a:pt x="293512" y="556974"/>
                  <a:pt x="312248" y="593969"/>
                  <a:pt x="322506" y="614248"/>
                </a:cubicBezTo>
                <a:cubicBezTo>
                  <a:pt x="341099" y="509663"/>
                  <a:pt x="377180" y="426586"/>
                  <a:pt x="476535" y="374846"/>
                </a:cubicBezTo>
                <a:cubicBezTo>
                  <a:pt x="476316" y="374580"/>
                  <a:pt x="476088" y="374322"/>
                  <a:pt x="475869" y="374056"/>
                </a:cubicBezTo>
                <a:cubicBezTo>
                  <a:pt x="408803" y="292760"/>
                  <a:pt x="408451" y="174526"/>
                  <a:pt x="493042" y="104736"/>
                </a:cubicBezTo>
                <a:moveTo>
                  <a:pt x="17068" y="252488"/>
                </a:moveTo>
                <a:cubicBezTo>
                  <a:pt x="32785" y="253355"/>
                  <a:pt x="176898" y="263204"/>
                  <a:pt x="239020" y="337156"/>
                </a:cubicBezTo>
                <a:cubicBezTo>
                  <a:pt x="280406" y="386438"/>
                  <a:pt x="267614" y="454637"/>
                  <a:pt x="220256" y="494414"/>
                </a:cubicBezTo>
                <a:cubicBezTo>
                  <a:pt x="172888" y="534190"/>
                  <a:pt x="103508" y="535019"/>
                  <a:pt x="62122" y="485736"/>
                </a:cubicBezTo>
                <a:cubicBezTo>
                  <a:pt x="0" y="411775"/>
                  <a:pt x="15201" y="268100"/>
                  <a:pt x="17068" y="252488"/>
                </a:cubicBezTo>
              </a:path>
            </a:pathLst>
          </a:custGeom>
          <a:solidFill>
            <a:srgbClr val="9C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0653" y="2437622"/>
            <a:ext cx="891163" cy="918753"/>
          </a:xfrm>
          <a:custGeom>
            <a:avLst/>
            <a:gdLst/>
            <a:ahLst/>
            <a:cxnLst/>
            <a:rect l="0" t="0" r="0" b="0"/>
            <a:pathLst>
              <a:path w="891163" h="918753">
                <a:moveTo>
                  <a:pt x="493046" y="104738"/>
                </a:moveTo>
                <a:cubicBezTo>
                  <a:pt x="408449" y="174526"/>
                  <a:pt x="408805" y="292768"/>
                  <a:pt x="475872" y="374069"/>
                </a:cubicBezTo>
                <a:cubicBezTo>
                  <a:pt x="542941" y="455369"/>
                  <a:pt x="658958" y="478197"/>
                  <a:pt x="743557" y="408407"/>
                </a:cubicBezTo>
                <a:cubicBezTo>
                  <a:pt x="870521" y="303670"/>
                  <a:pt x="889461" y="58208"/>
                  <a:pt x="891163" y="31478"/>
                </a:cubicBezTo>
                <a:cubicBezTo>
                  <a:pt x="864597" y="28068"/>
                  <a:pt x="620010" y="0"/>
                  <a:pt x="493046" y="104738"/>
                </a:cubicBezTo>
                <a:close/>
                <a:moveTo>
                  <a:pt x="239025" y="337164"/>
                </a:moveTo>
                <a:cubicBezTo>
                  <a:pt x="280416" y="386448"/>
                  <a:pt x="267620" y="454649"/>
                  <a:pt x="220259" y="494427"/>
                </a:cubicBezTo>
                <a:cubicBezTo>
                  <a:pt x="172896" y="534204"/>
                  <a:pt x="103510" y="535024"/>
                  <a:pt x="62119" y="485741"/>
                </a:cubicBezTo>
                <a:cubicBezTo>
                  <a:pt x="0" y="411776"/>
                  <a:pt x="15206" y="268102"/>
                  <a:pt x="17070" y="252494"/>
                </a:cubicBezTo>
                <a:cubicBezTo>
                  <a:pt x="32765" y="253355"/>
                  <a:pt x="176906" y="263201"/>
                  <a:pt x="239025" y="337164"/>
                </a:cubicBezTo>
                <a:close/>
                <a:moveTo>
                  <a:pt x="479556" y="373297"/>
                </a:moveTo>
                <a:cubicBezTo>
                  <a:pt x="406474" y="431069"/>
                  <a:pt x="352283" y="535068"/>
                  <a:pt x="352283" y="612082"/>
                </a:cubicBezTo>
                <a:lnTo>
                  <a:pt x="357831" y="918753"/>
                </a:lnTo>
                <a:lnTo>
                  <a:pt x="315569" y="918753"/>
                </a:lnTo>
                <a:lnTo>
                  <a:pt x="317199" y="696507"/>
                </a:lnTo>
                <a:cubicBezTo>
                  <a:pt x="318174" y="633879"/>
                  <a:pt x="275580" y="554994"/>
                  <a:pt x="221461" y="494936"/>
                </a:cubicBezTo>
                <a:cubicBezTo>
                  <a:pt x="293516" y="556985"/>
                  <a:pt x="312247" y="593985"/>
                  <a:pt x="322507" y="614255"/>
                </a:cubicBezTo>
                <a:cubicBezTo>
                  <a:pt x="341291" y="508618"/>
                  <a:pt x="377913" y="424923"/>
                  <a:pt x="479556" y="373297"/>
                </a:cubicBezTo>
                <a:close/>
                <a:moveTo>
                  <a:pt x="844035" y="70349"/>
                </a:moveTo>
                <a:lnTo>
                  <a:pt x="475872" y="374069"/>
                </a:lnTo>
                <a:moveTo>
                  <a:pt x="809169" y="175889"/>
                </a:moveTo>
                <a:cubicBezTo>
                  <a:pt x="787805" y="166416"/>
                  <a:pt x="730701" y="168362"/>
                  <a:pt x="698923" y="190061"/>
                </a:cubicBezTo>
                <a:cubicBezTo>
                  <a:pt x="726268" y="162988"/>
                  <a:pt x="739034" y="107294"/>
                  <a:pt x="733794" y="84520"/>
                </a:cubicBezTo>
                <a:moveTo>
                  <a:pt x="768114" y="268471"/>
                </a:moveTo>
                <a:cubicBezTo>
                  <a:pt x="735086" y="247899"/>
                  <a:pt x="654559" y="234632"/>
                  <a:pt x="615612" y="258792"/>
                </a:cubicBezTo>
                <a:cubicBezTo>
                  <a:pt x="646735" y="225147"/>
                  <a:pt x="649018" y="143567"/>
                  <a:pt x="635100" y="107230"/>
                </a:cubicBezTo>
                <a:moveTo>
                  <a:pt x="705234" y="356472"/>
                </a:moveTo>
                <a:cubicBezTo>
                  <a:pt x="663558" y="330283"/>
                  <a:pt x="562248" y="312908"/>
                  <a:pt x="513498" y="343028"/>
                </a:cubicBezTo>
                <a:cubicBezTo>
                  <a:pt x="552337" y="300894"/>
                  <a:pt x="554539" y="198128"/>
                  <a:pt x="536750" y="152233"/>
                </a:cubicBezTo>
                <a:moveTo>
                  <a:pt x="58053" y="301288"/>
                </a:moveTo>
                <a:lnTo>
                  <a:pt x="220259" y="494427"/>
                </a:lnTo>
                <a:moveTo>
                  <a:pt x="56319" y="386405"/>
                </a:moveTo>
                <a:cubicBezTo>
                  <a:pt x="75743" y="378768"/>
                  <a:pt x="119510" y="379607"/>
                  <a:pt x="137703" y="396141"/>
                </a:cubicBezTo>
                <a:cubicBezTo>
                  <a:pt x="124561" y="375366"/>
                  <a:pt x="131296" y="332111"/>
                  <a:pt x="142174" y="314299"/>
                </a:cubicBezTo>
                <a:moveTo>
                  <a:pt x="94726" y="454326"/>
                </a:moveTo>
                <a:cubicBezTo>
                  <a:pt x="119026" y="444661"/>
                  <a:pt x="173634" y="445349"/>
                  <a:pt x="196202" y="465786"/>
                </a:cubicBezTo>
                <a:cubicBezTo>
                  <a:pt x="179971" y="440027"/>
                  <a:pt x="188727" y="386121"/>
                  <a:pt x="202446" y="363857"/>
                </a:cubicBezTo>
              </a:path>
            </a:pathLst>
          </a:custGeom>
          <a:noFill/>
          <a:ln w="14708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91305" y="1992557"/>
            <a:ext cx="1120244" cy="1367370"/>
          </a:xfrm>
          <a:custGeom>
            <a:avLst/>
            <a:gdLst/>
            <a:ahLst/>
            <a:cxnLst/>
            <a:rect l="0" t="0" r="0" b="0"/>
            <a:pathLst>
              <a:path w="1120244" h="1367370">
                <a:moveTo>
                  <a:pt x="0" y="145646"/>
                </a:moveTo>
                <a:cubicBezTo>
                  <a:pt x="26565" y="142236"/>
                  <a:pt x="271157" y="114176"/>
                  <a:pt x="398116" y="218913"/>
                </a:cubicBezTo>
                <a:cubicBezTo>
                  <a:pt x="482717" y="288702"/>
                  <a:pt x="482355" y="406946"/>
                  <a:pt x="415290" y="488241"/>
                </a:cubicBezTo>
                <a:cubicBezTo>
                  <a:pt x="415061" y="488518"/>
                  <a:pt x="414823" y="488775"/>
                  <a:pt x="414594" y="489051"/>
                </a:cubicBezTo>
                <a:cubicBezTo>
                  <a:pt x="488565" y="527827"/>
                  <a:pt x="530923" y="594845"/>
                  <a:pt x="541401" y="626202"/>
                </a:cubicBezTo>
                <a:lnTo>
                  <a:pt x="542896" y="522617"/>
                </a:lnTo>
                <a:cubicBezTo>
                  <a:pt x="542896" y="400554"/>
                  <a:pt x="582015" y="321468"/>
                  <a:pt x="673788" y="242439"/>
                </a:cubicBezTo>
                <a:cubicBezTo>
                  <a:pt x="608752" y="314610"/>
                  <a:pt x="575224" y="392591"/>
                  <a:pt x="575214" y="492594"/>
                </a:cubicBezTo>
                <a:lnTo>
                  <a:pt x="579005" y="813854"/>
                </a:lnTo>
                <a:cubicBezTo>
                  <a:pt x="589740" y="782297"/>
                  <a:pt x="632031" y="715746"/>
                  <a:pt x="705621" y="677170"/>
                </a:cubicBezTo>
                <a:cubicBezTo>
                  <a:pt x="705402" y="676903"/>
                  <a:pt x="705173" y="676636"/>
                  <a:pt x="704954" y="676370"/>
                </a:cubicBezTo>
                <a:cubicBezTo>
                  <a:pt x="637889" y="595074"/>
                  <a:pt x="637527" y="476831"/>
                  <a:pt x="722118" y="407041"/>
                </a:cubicBezTo>
                <a:cubicBezTo>
                  <a:pt x="849077" y="302304"/>
                  <a:pt x="1093660" y="330365"/>
                  <a:pt x="1120244" y="333775"/>
                </a:cubicBezTo>
                <a:cubicBezTo>
                  <a:pt x="1118539" y="360502"/>
                  <a:pt x="1099604" y="605970"/>
                  <a:pt x="972635" y="710707"/>
                </a:cubicBezTo>
                <a:cubicBezTo>
                  <a:pt x="888491" y="780126"/>
                  <a:pt x="773277" y="757904"/>
                  <a:pt x="706050" y="677665"/>
                </a:cubicBezTo>
                <a:cubicBezTo>
                  <a:pt x="632498" y="737635"/>
                  <a:pt x="580501" y="858345"/>
                  <a:pt x="580501" y="918876"/>
                </a:cubicBezTo>
                <a:lnTo>
                  <a:pt x="586911" y="1367370"/>
                </a:lnTo>
                <a:lnTo>
                  <a:pt x="530713" y="1367370"/>
                </a:lnTo>
                <a:lnTo>
                  <a:pt x="537200" y="917638"/>
                </a:lnTo>
                <a:cubicBezTo>
                  <a:pt x="537200" y="861402"/>
                  <a:pt x="491566" y="751379"/>
                  <a:pt x="406850" y="835275"/>
                </a:cubicBezTo>
                <a:cubicBezTo>
                  <a:pt x="454218" y="874118"/>
                  <a:pt x="468048" y="941355"/>
                  <a:pt x="428082" y="991171"/>
                </a:cubicBezTo>
                <a:cubicBezTo>
                  <a:pt x="367645" y="1066514"/>
                  <a:pt x="223770" y="1079601"/>
                  <a:pt x="208083" y="1080811"/>
                </a:cubicBezTo>
                <a:cubicBezTo>
                  <a:pt x="205863" y="1065247"/>
                  <a:pt x="187432" y="921953"/>
                  <a:pt x="247878" y="846610"/>
                </a:cubicBezTo>
                <a:cubicBezTo>
                  <a:pt x="288150" y="796413"/>
                  <a:pt x="357530" y="795670"/>
                  <a:pt x="405774" y="834370"/>
                </a:cubicBezTo>
                <a:cubicBezTo>
                  <a:pt x="405907" y="834475"/>
                  <a:pt x="406022" y="834580"/>
                  <a:pt x="406155" y="834675"/>
                </a:cubicBezTo>
                <a:cubicBezTo>
                  <a:pt x="473963" y="751865"/>
                  <a:pt x="525532" y="788441"/>
                  <a:pt x="538629" y="818683"/>
                </a:cubicBezTo>
                <a:lnTo>
                  <a:pt x="539877" y="731539"/>
                </a:lnTo>
                <a:cubicBezTo>
                  <a:pt x="539877" y="670588"/>
                  <a:pt x="488051" y="549763"/>
                  <a:pt x="414175" y="489546"/>
                </a:cubicBezTo>
                <a:cubicBezTo>
                  <a:pt x="346948" y="569766"/>
                  <a:pt x="231752" y="591988"/>
                  <a:pt x="147608" y="522579"/>
                </a:cubicBezTo>
                <a:cubicBezTo>
                  <a:pt x="20650" y="417842"/>
                  <a:pt x="1704" y="172373"/>
                  <a:pt x="0" y="145646"/>
                </a:cubicBezTo>
                <a:moveTo>
                  <a:pt x="878185" y="0"/>
                </a:moveTo>
                <a:cubicBezTo>
                  <a:pt x="880052" y="15611"/>
                  <a:pt x="895254" y="159277"/>
                  <a:pt x="833142" y="233248"/>
                </a:cubicBezTo>
                <a:cubicBezTo>
                  <a:pt x="791746" y="282530"/>
                  <a:pt x="722366" y="281701"/>
                  <a:pt x="675008" y="241925"/>
                </a:cubicBezTo>
                <a:cubicBezTo>
                  <a:pt x="627640" y="202149"/>
                  <a:pt x="614848" y="133950"/>
                  <a:pt x="656234" y="84667"/>
                </a:cubicBezTo>
                <a:cubicBezTo>
                  <a:pt x="718356" y="10715"/>
                  <a:pt x="862469" y="857"/>
                  <a:pt x="878185" y="0"/>
                </a:cubicBezTo>
              </a:path>
            </a:pathLst>
          </a:custGeom>
          <a:solidFill>
            <a:srgbClr val="BEC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91305" y="1992557"/>
            <a:ext cx="1120241" cy="1367368"/>
          </a:xfrm>
          <a:custGeom>
            <a:avLst/>
            <a:gdLst/>
            <a:ahLst/>
            <a:cxnLst/>
            <a:rect l="0" t="0" r="0" b="0"/>
            <a:pathLst>
              <a:path w="1120241" h="1367368">
                <a:moveTo>
                  <a:pt x="722125" y="407040"/>
                </a:moveTo>
                <a:cubicBezTo>
                  <a:pt x="637527" y="476828"/>
                  <a:pt x="637883" y="595070"/>
                  <a:pt x="704951" y="676370"/>
                </a:cubicBezTo>
                <a:cubicBezTo>
                  <a:pt x="772019" y="757671"/>
                  <a:pt x="888037" y="780498"/>
                  <a:pt x="972636" y="710709"/>
                </a:cubicBezTo>
                <a:cubicBezTo>
                  <a:pt x="1099600" y="605972"/>
                  <a:pt x="1118540" y="360509"/>
                  <a:pt x="1120241" y="333780"/>
                </a:cubicBezTo>
                <a:cubicBezTo>
                  <a:pt x="1093676" y="330369"/>
                  <a:pt x="849089" y="302301"/>
                  <a:pt x="722125" y="407040"/>
                </a:cubicBezTo>
                <a:close/>
                <a:moveTo>
                  <a:pt x="398115" y="218910"/>
                </a:moveTo>
                <a:cubicBezTo>
                  <a:pt x="482713" y="288698"/>
                  <a:pt x="482358" y="406940"/>
                  <a:pt x="415290" y="488240"/>
                </a:cubicBezTo>
                <a:cubicBezTo>
                  <a:pt x="348222" y="569541"/>
                  <a:pt x="232204" y="592368"/>
                  <a:pt x="147606" y="522579"/>
                </a:cubicBezTo>
                <a:cubicBezTo>
                  <a:pt x="20642" y="417841"/>
                  <a:pt x="1702" y="172379"/>
                  <a:pt x="0" y="145651"/>
                </a:cubicBezTo>
                <a:cubicBezTo>
                  <a:pt x="26565" y="142240"/>
                  <a:pt x="271151" y="114171"/>
                  <a:pt x="398115" y="218910"/>
                </a:cubicBezTo>
                <a:close/>
                <a:moveTo>
                  <a:pt x="247870" y="846613"/>
                </a:moveTo>
                <a:cubicBezTo>
                  <a:pt x="288142" y="796411"/>
                  <a:pt x="357529" y="795670"/>
                  <a:pt x="405774" y="834371"/>
                </a:cubicBezTo>
                <a:cubicBezTo>
                  <a:pt x="454019" y="873074"/>
                  <a:pt x="468346" y="940969"/>
                  <a:pt x="428074" y="991172"/>
                </a:cubicBezTo>
                <a:cubicBezTo>
                  <a:pt x="367634" y="1066514"/>
                  <a:pt x="223751" y="1079600"/>
                  <a:pt x="208080" y="1080814"/>
                </a:cubicBezTo>
                <a:cubicBezTo>
                  <a:pt x="205865" y="1065252"/>
                  <a:pt x="187430" y="921956"/>
                  <a:pt x="247870" y="846613"/>
                </a:cubicBezTo>
                <a:close/>
                <a:moveTo>
                  <a:pt x="656234" y="84670"/>
                </a:moveTo>
                <a:cubicBezTo>
                  <a:pt x="614843" y="133953"/>
                  <a:pt x="627639" y="202154"/>
                  <a:pt x="675002" y="241931"/>
                </a:cubicBezTo>
                <a:cubicBezTo>
                  <a:pt x="722364" y="281709"/>
                  <a:pt x="791750" y="282530"/>
                  <a:pt x="833141" y="233245"/>
                </a:cubicBezTo>
                <a:cubicBezTo>
                  <a:pt x="895261" y="159282"/>
                  <a:pt x="880054" y="15607"/>
                  <a:pt x="878190" y="0"/>
                </a:cubicBezTo>
                <a:cubicBezTo>
                  <a:pt x="862496" y="860"/>
                  <a:pt x="718355" y="10705"/>
                  <a:pt x="656234" y="84670"/>
                </a:cubicBezTo>
                <a:close/>
                <a:moveTo>
                  <a:pt x="575223" y="492592"/>
                </a:moveTo>
                <a:cubicBezTo>
                  <a:pt x="575223" y="392589"/>
                  <a:pt x="608748" y="314613"/>
                  <a:pt x="673787" y="242437"/>
                </a:cubicBezTo>
                <a:cubicBezTo>
                  <a:pt x="582011" y="321470"/>
                  <a:pt x="542890" y="400555"/>
                  <a:pt x="542890" y="522617"/>
                </a:cubicBezTo>
                <a:lnTo>
                  <a:pt x="541397" y="626205"/>
                </a:lnTo>
                <a:cubicBezTo>
                  <a:pt x="530778" y="594421"/>
                  <a:pt x="487436" y="525988"/>
                  <a:pt x="411607" y="487473"/>
                </a:cubicBezTo>
                <a:cubicBezTo>
                  <a:pt x="486849" y="546953"/>
                  <a:pt x="539879" y="669885"/>
                  <a:pt x="539879" y="731540"/>
                </a:cubicBezTo>
                <a:lnTo>
                  <a:pt x="538623" y="818678"/>
                </a:lnTo>
                <a:cubicBezTo>
                  <a:pt x="525163" y="787591"/>
                  <a:pt x="471032" y="749798"/>
                  <a:pt x="400389" y="841945"/>
                </a:cubicBezTo>
                <a:cubicBezTo>
                  <a:pt x="489232" y="745814"/>
                  <a:pt x="537195" y="859992"/>
                  <a:pt x="537195" y="917641"/>
                </a:cubicBezTo>
                <a:lnTo>
                  <a:pt x="530713" y="1367368"/>
                </a:lnTo>
                <a:lnTo>
                  <a:pt x="586908" y="1367368"/>
                </a:lnTo>
                <a:lnTo>
                  <a:pt x="580504" y="918878"/>
                </a:lnTo>
                <a:cubicBezTo>
                  <a:pt x="580504" y="857645"/>
                  <a:pt x="633720" y="734815"/>
                  <a:pt x="708634" y="675595"/>
                </a:cubicBezTo>
                <a:cubicBezTo>
                  <a:pt x="633180" y="713919"/>
                  <a:pt x="589893" y="781864"/>
                  <a:pt x="579004" y="813851"/>
                </a:cubicBezTo>
                <a:close/>
                <a:moveTo>
                  <a:pt x="1073114" y="372651"/>
                </a:moveTo>
                <a:lnTo>
                  <a:pt x="704951" y="676370"/>
                </a:lnTo>
                <a:moveTo>
                  <a:pt x="1038248" y="478191"/>
                </a:moveTo>
                <a:cubicBezTo>
                  <a:pt x="1016885" y="468718"/>
                  <a:pt x="959780" y="470664"/>
                  <a:pt x="928002" y="492362"/>
                </a:cubicBezTo>
                <a:cubicBezTo>
                  <a:pt x="955346" y="465289"/>
                  <a:pt x="968113" y="409596"/>
                  <a:pt x="962873" y="386821"/>
                </a:cubicBezTo>
                <a:moveTo>
                  <a:pt x="997193" y="570773"/>
                </a:moveTo>
                <a:cubicBezTo>
                  <a:pt x="964165" y="550201"/>
                  <a:pt x="883638" y="536933"/>
                  <a:pt x="844691" y="561093"/>
                </a:cubicBezTo>
                <a:cubicBezTo>
                  <a:pt x="875814" y="527449"/>
                  <a:pt x="878097" y="445869"/>
                  <a:pt x="864179" y="409532"/>
                </a:cubicBezTo>
                <a:moveTo>
                  <a:pt x="934313" y="658774"/>
                </a:moveTo>
                <a:cubicBezTo>
                  <a:pt x="892637" y="632584"/>
                  <a:pt x="791326" y="615210"/>
                  <a:pt x="742577" y="645330"/>
                </a:cubicBezTo>
                <a:cubicBezTo>
                  <a:pt x="781416" y="603196"/>
                  <a:pt x="783618" y="500430"/>
                  <a:pt x="765829" y="454535"/>
                </a:cubicBezTo>
                <a:moveTo>
                  <a:pt x="47126" y="184521"/>
                </a:moveTo>
                <a:lnTo>
                  <a:pt x="415290" y="488240"/>
                </a:lnTo>
                <a:moveTo>
                  <a:pt x="80872" y="290060"/>
                </a:moveTo>
                <a:cubicBezTo>
                  <a:pt x="102236" y="280588"/>
                  <a:pt x="159340" y="282534"/>
                  <a:pt x="191118" y="304233"/>
                </a:cubicBezTo>
                <a:cubicBezTo>
                  <a:pt x="163774" y="277159"/>
                  <a:pt x="151008" y="221465"/>
                  <a:pt x="156247" y="198691"/>
                </a:cubicBezTo>
                <a:moveTo>
                  <a:pt x="121927" y="382643"/>
                </a:moveTo>
                <a:cubicBezTo>
                  <a:pt x="154956" y="362070"/>
                  <a:pt x="235483" y="348804"/>
                  <a:pt x="274429" y="372963"/>
                </a:cubicBezTo>
                <a:cubicBezTo>
                  <a:pt x="243307" y="339318"/>
                  <a:pt x="241023" y="257739"/>
                  <a:pt x="254941" y="221402"/>
                </a:cubicBezTo>
                <a:moveTo>
                  <a:pt x="184816" y="470643"/>
                </a:moveTo>
                <a:cubicBezTo>
                  <a:pt x="226493" y="444454"/>
                  <a:pt x="327803" y="427080"/>
                  <a:pt x="376552" y="457201"/>
                </a:cubicBezTo>
                <a:cubicBezTo>
                  <a:pt x="337714" y="415066"/>
                  <a:pt x="335512" y="312300"/>
                  <a:pt x="353301" y="266406"/>
                </a:cubicBezTo>
                <a:moveTo>
                  <a:pt x="247953" y="1031112"/>
                </a:moveTo>
                <a:lnTo>
                  <a:pt x="405774" y="834371"/>
                </a:lnTo>
                <a:moveTo>
                  <a:pt x="244323" y="946050"/>
                </a:moveTo>
                <a:cubicBezTo>
                  <a:pt x="263914" y="953249"/>
                  <a:pt x="307651" y="951425"/>
                  <a:pt x="325468" y="934486"/>
                </a:cubicBezTo>
                <a:cubicBezTo>
                  <a:pt x="312797" y="955552"/>
                  <a:pt x="320503" y="998644"/>
                  <a:pt x="331779" y="1016207"/>
                </a:cubicBezTo>
                <a:moveTo>
                  <a:pt x="281176" y="877277"/>
                </a:moveTo>
                <a:cubicBezTo>
                  <a:pt x="305688" y="886394"/>
                  <a:pt x="360266" y="884476"/>
                  <a:pt x="382368" y="863537"/>
                </a:cubicBezTo>
                <a:cubicBezTo>
                  <a:pt x="366720" y="889654"/>
                  <a:pt x="376688" y="943349"/>
                  <a:pt x="390904" y="965300"/>
                </a:cubicBezTo>
                <a:moveTo>
                  <a:pt x="837207" y="48794"/>
                </a:moveTo>
                <a:lnTo>
                  <a:pt x="675002" y="241931"/>
                </a:lnTo>
                <a:moveTo>
                  <a:pt x="838941" y="133910"/>
                </a:moveTo>
                <a:cubicBezTo>
                  <a:pt x="819517" y="126273"/>
                  <a:pt x="775749" y="127113"/>
                  <a:pt x="757556" y="143647"/>
                </a:cubicBezTo>
                <a:cubicBezTo>
                  <a:pt x="770699" y="122870"/>
                  <a:pt x="763963" y="79617"/>
                  <a:pt x="753085" y="61804"/>
                </a:cubicBezTo>
                <a:moveTo>
                  <a:pt x="800534" y="201831"/>
                </a:moveTo>
                <a:cubicBezTo>
                  <a:pt x="776234" y="192165"/>
                  <a:pt x="721625" y="192854"/>
                  <a:pt x="699059" y="213292"/>
                </a:cubicBezTo>
                <a:cubicBezTo>
                  <a:pt x="715289" y="187533"/>
                  <a:pt x="706533" y="133627"/>
                  <a:pt x="692813" y="111362"/>
                </a:cubicBezTo>
              </a:path>
            </a:pathLst>
          </a:custGeom>
          <a:noFill/>
          <a:ln w="14708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5499" y="1546403"/>
            <a:ext cx="1621431" cy="1810864"/>
          </a:xfrm>
          <a:custGeom>
            <a:avLst/>
            <a:gdLst/>
            <a:ahLst/>
            <a:cxnLst/>
            <a:rect l="0" t="0" r="0" b="0"/>
            <a:pathLst>
              <a:path w="1621431" h="1810864">
                <a:moveTo>
                  <a:pt x="697153" y="242325"/>
                </a:moveTo>
                <a:cubicBezTo>
                  <a:pt x="777230" y="306171"/>
                  <a:pt x="823550" y="409794"/>
                  <a:pt x="827979" y="512273"/>
                </a:cubicBezTo>
                <a:cubicBezTo>
                  <a:pt x="837704" y="481241"/>
                  <a:pt x="852163" y="435082"/>
                  <a:pt x="927382" y="375123"/>
                </a:cubicBezTo>
                <a:cubicBezTo>
                  <a:pt x="868146" y="452589"/>
                  <a:pt x="829465" y="547573"/>
                  <a:pt x="829465" y="605094"/>
                </a:cubicBezTo>
                <a:lnTo>
                  <a:pt x="837114" y="1117739"/>
                </a:lnTo>
                <a:cubicBezTo>
                  <a:pt x="850801" y="1086145"/>
                  <a:pt x="900779" y="1016679"/>
                  <a:pt x="997581" y="977979"/>
                </a:cubicBezTo>
                <a:cubicBezTo>
                  <a:pt x="997477" y="977750"/>
                  <a:pt x="997362" y="977522"/>
                  <a:pt x="997267" y="977293"/>
                </a:cubicBezTo>
                <a:cubicBezTo>
                  <a:pt x="942870" y="855097"/>
                  <a:pt x="982598" y="710393"/>
                  <a:pt x="1109748" y="653795"/>
                </a:cubicBezTo>
                <a:cubicBezTo>
                  <a:pt x="1300562" y="568852"/>
                  <a:pt x="1590093" y="686238"/>
                  <a:pt x="1621431" y="699439"/>
                </a:cubicBezTo>
                <a:cubicBezTo>
                  <a:pt x="1610267" y="731548"/>
                  <a:pt x="1503730" y="1025261"/>
                  <a:pt x="1312906" y="1110205"/>
                </a:cubicBezTo>
                <a:cubicBezTo>
                  <a:pt x="1186186" y="1166612"/>
                  <a:pt x="1052560" y="1099918"/>
                  <a:pt x="997819" y="978493"/>
                </a:cubicBezTo>
                <a:cubicBezTo>
                  <a:pt x="900331" y="1039206"/>
                  <a:pt x="839276" y="1164478"/>
                  <a:pt x="838580" y="1216494"/>
                </a:cubicBezTo>
                <a:lnTo>
                  <a:pt x="839276" y="1262957"/>
                </a:lnTo>
                <a:cubicBezTo>
                  <a:pt x="851877" y="1232592"/>
                  <a:pt x="904532" y="1194739"/>
                  <a:pt x="972902" y="1278178"/>
                </a:cubicBezTo>
                <a:cubicBezTo>
                  <a:pt x="973035" y="1278083"/>
                  <a:pt x="973150" y="1277978"/>
                  <a:pt x="973283" y="1277873"/>
                </a:cubicBezTo>
                <a:cubicBezTo>
                  <a:pt x="1021527" y="1239173"/>
                  <a:pt x="1090907" y="1239907"/>
                  <a:pt x="1131179" y="1290113"/>
                </a:cubicBezTo>
                <a:cubicBezTo>
                  <a:pt x="1191625" y="1365446"/>
                  <a:pt x="1173194" y="1508740"/>
                  <a:pt x="1170974" y="1524314"/>
                </a:cubicBezTo>
                <a:cubicBezTo>
                  <a:pt x="1155306" y="1523104"/>
                  <a:pt x="1011421" y="1510017"/>
                  <a:pt x="950985" y="1434674"/>
                </a:cubicBezTo>
                <a:cubicBezTo>
                  <a:pt x="911009" y="1384849"/>
                  <a:pt x="924829" y="1317612"/>
                  <a:pt x="972207" y="1278769"/>
                </a:cubicBezTo>
                <a:cubicBezTo>
                  <a:pt x="884577" y="1191796"/>
                  <a:pt x="840828" y="1311059"/>
                  <a:pt x="840828" y="1366904"/>
                </a:cubicBezTo>
                <a:lnTo>
                  <a:pt x="847448" y="1810864"/>
                </a:lnTo>
                <a:lnTo>
                  <a:pt x="777316" y="1810864"/>
                </a:lnTo>
                <a:lnTo>
                  <a:pt x="782955" y="1434188"/>
                </a:lnTo>
                <a:cubicBezTo>
                  <a:pt x="782955" y="1375000"/>
                  <a:pt x="716841" y="1263338"/>
                  <a:pt x="624573" y="1207112"/>
                </a:cubicBezTo>
                <a:cubicBezTo>
                  <a:pt x="624439" y="1207427"/>
                  <a:pt x="624306" y="1207750"/>
                  <a:pt x="624163" y="1208065"/>
                </a:cubicBezTo>
                <a:cubicBezTo>
                  <a:pt x="569775" y="1330261"/>
                  <a:pt x="435673" y="1397584"/>
                  <a:pt x="308524" y="1340977"/>
                </a:cubicBezTo>
                <a:cubicBezTo>
                  <a:pt x="117700" y="1256033"/>
                  <a:pt x="11163" y="962329"/>
                  <a:pt x="0" y="930221"/>
                </a:cubicBezTo>
                <a:cubicBezTo>
                  <a:pt x="31327" y="917028"/>
                  <a:pt x="320859" y="799642"/>
                  <a:pt x="511683" y="884577"/>
                </a:cubicBezTo>
                <a:cubicBezTo>
                  <a:pt x="638451" y="941012"/>
                  <a:pt x="678303" y="1085011"/>
                  <a:pt x="624630" y="1206979"/>
                </a:cubicBezTo>
                <a:cubicBezTo>
                  <a:pt x="716737" y="1243050"/>
                  <a:pt x="767010" y="1307049"/>
                  <a:pt x="784345" y="1341186"/>
                </a:cubicBezTo>
                <a:lnTo>
                  <a:pt x="790489" y="930659"/>
                </a:lnTo>
                <a:cubicBezTo>
                  <a:pt x="790489" y="871861"/>
                  <a:pt x="738549" y="749284"/>
                  <a:pt x="664883" y="689181"/>
                </a:cubicBezTo>
                <a:cubicBezTo>
                  <a:pt x="597655" y="769410"/>
                  <a:pt x="482450" y="791622"/>
                  <a:pt x="398306" y="722214"/>
                </a:cubicBezTo>
                <a:cubicBezTo>
                  <a:pt x="271348" y="617477"/>
                  <a:pt x="252402" y="372017"/>
                  <a:pt x="250698" y="345290"/>
                </a:cubicBezTo>
                <a:cubicBezTo>
                  <a:pt x="277263" y="341871"/>
                  <a:pt x="521855" y="313810"/>
                  <a:pt x="648814" y="418547"/>
                </a:cubicBezTo>
                <a:cubicBezTo>
                  <a:pt x="733415" y="488337"/>
                  <a:pt x="733063" y="606580"/>
                  <a:pt x="665997" y="687885"/>
                </a:cubicBezTo>
                <a:cubicBezTo>
                  <a:pt x="665768" y="688152"/>
                  <a:pt x="665540" y="688409"/>
                  <a:pt x="665311" y="688676"/>
                </a:cubicBezTo>
                <a:cubicBezTo>
                  <a:pt x="739178" y="727405"/>
                  <a:pt x="781516" y="794289"/>
                  <a:pt x="792060" y="825712"/>
                </a:cubicBezTo>
                <a:lnTo>
                  <a:pt x="797309" y="474945"/>
                </a:lnTo>
                <a:cubicBezTo>
                  <a:pt x="797309" y="413585"/>
                  <a:pt x="771772" y="310657"/>
                  <a:pt x="697153" y="242325"/>
                </a:cubicBezTo>
                <a:moveTo>
                  <a:pt x="1131760" y="132788"/>
                </a:moveTo>
                <a:cubicBezTo>
                  <a:pt x="1133617" y="148399"/>
                  <a:pt x="1148829" y="292074"/>
                  <a:pt x="1086707" y="366036"/>
                </a:cubicBezTo>
                <a:cubicBezTo>
                  <a:pt x="1045321" y="415318"/>
                  <a:pt x="975931" y="414499"/>
                  <a:pt x="928563" y="374723"/>
                </a:cubicBezTo>
                <a:cubicBezTo>
                  <a:pt x="881205" y="334937"/>
                  <a:pt x="868413" y="266738"/>
                  <a:pt x="909799" y="217455"/>
                </a:cubicBezTo>
                <a:cubicBezTo>
                  <a:pt x="971921" y="143494"/>
                  <a:pt x="1116063" y="133645"/>
                  <a:pt x="1131760" y="132788"/>
                </a:cubicBezTo>
                <a:moveTo>
                  <a:pt x="492756" y="0"/>
                </a:moveTo>
                <a:cubicBezTo>
                  <a:pt x="508444" y="857"/>
                  <a:pt x="652586" y="10706"/>
                  <a:pt x="714708" y="84667"/>
                </a:cubicBezTo>
                <a:cubicBezTo>
                  <a:pt x="756104" y="133950"/>
                  <a:pt x="743302" y="202149"/>
                  <a:pt x="695944" y="241925"/>
                </a:cubicBezTo>
                <a:cubicBezTo>
                  <a:pt x="648585" y="281711"/>
                  <a:pt x="579196" y="282530"/>
                  <a:pt x="537800" y="233248"/>
                </a:cubicBezTo>
                <a:cubicBezTo>
                  <a:pt x="475678" y="159277"/>
                  <a:pt x="490889" y="15601"/>
                  <a:pt x="492756" y="0"/>
                </a:cubicBezTo>
              </a:path>
            </a:pathLst>
          </a:custGeom>
          <a:solidFill>
            <a:srgbClr val="8DC6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5499" y="1546403"/>
            <a:ext cx="1621429" cy="1810862"/>
          </a:xfrm>
          <a:custGeom>
            <a:avLst/>
            <a:gdLst/>
            <a:ahLst/>
            <a:cxnLst/>
            <a:rect l="0" t="0" r="0" b="0"/>
            <a:pathLst>
              <a:path w="1621429" h="1810862">
                <a:moveTo>
                  <a:pt x="648817" y="418548"/>
                </a:moveTo>
                <a:cubicBezTo>
                  <a:pt x="733416" y="488336"/>
                  <a:pt x="733060" y="606578"/>
                  <a:pt x="665992" y="687879"/>
                </a:cubicBezTo>
                <a:cubicBezTo>
                  <a:pt x="598924" y="769179"/>
                  <a:pt x="482906" y="792007"/>
                  <a:pt x="398308" y="722218"/>
                </a:cubicBezTo>
                <a:cubicBezTo>
                  <a:pt x="271344" y="617480"/>
                  <a:pt x="252403" y="372019"/>
                  <a:pt x="250702" y="345289"/>
                </a:cubicBezTo>
                <a:cubicBezTo>
                  <a:pt x="277268" y="341878"/>
                  <a:pt x="521853" y="313809"/>
                  <a:pt x="648817" y="418548"/>
                </a:cubicBezTo>
                <a:close/>
                <a:moveTo>
                  <a:pt x="1131182" y="1290114"/>
                </a:moveTo>
                <a:cubicBezTo>
                  <a:pt x="1090910" y="1239912"/>
                  <a:pt x="1021524" y="1239171"/>
                  <a:pt x="973279" y="1277874"/>
                </a:cubicBezTo>
                <a:cubicBezTo>
                  <a:pt x="925033" y="1316575"/>
                  <a:pt x="910707" y="1384471"/>
                  <a:pt x="950978" y="1434673"/>
                </a:cubicBezTo>
                <a:cubicBezTo>
                  <a:pt x="1011418" y="1510016"/>
                  <a:pt x="1155301" y="1523102"/>
                  <a:pt x="1170972" y="1524315"/>
                </a:cubicBezTo>
                <a:cubicBezTo>
                  <a:pt x="1173187" y="1508754"/>
                  <a:pt x="1191622" y="1365458"/>
                  <a:pt x="1131182" y="1290114"/>
                </a:cubicBezTo>
                <a:close/>
                <a:moveTo>
                  <a:pt x="909800" y="217458"/>
                </a:moveTo>
                <a:cubicBezTo>
                  <a:pt x="868409" y="266743"/>
                  <a:pt x="881204" y="334943"/>
                  <a:pt x="928566" y="374721"/>
                </a:cubicBezTo>
                <a:cubicBezTo>
                  <a:pt x="975929" y="414498"/>
                  <a:pt x="1045315" y="415319"/>
                  <a:pt x="1086706" y="366035"/>
                </a:cubicBezTo>
                <a:cubicBezTo>
                  <a:pt x="1148825" y="292070"/>
                  <a:pt x="1133619" y="148396"/>
                  <a:pt x="1131755" y="132788"/>
                </a:cubicBezTo>
                <a:cubicBezTo>
                  <a:pt x="1116060" y="133649"/>
                  <a:pt x="971919" y="143495"/>
                  <a:pt x="909800" y="217458"/>
                </a:cubicBezTo>
                <a:close/>
                <a:moveTo>
                  <a:pt x="714708" y="84670"/>
                </a:moveTo>
                <a:cubicBezTo>
                  <a:pt x="756099" y="133953"/>
                  <a:pt x="743304" y="202154"/>
                  <a:pt x="695941" y="241931"/>
                </a:cubicBezTo>
                <a:cubicBezTo>
                  <a:pt x="648579" y="281709"/>
                  <a:pt x="579193" y="282530"/>
                  <a:pt x="537802" y="233245"/>
                </a:cubicBezTo>
                <a:cubicBezTo>
                  <a:pt x="475682" y="159282"/>
                  <a:pt x="490888" y="15607"/>
                  <a:pt x="492753" y="0"/>
                </a:cubicBezTo>
                <a:cubicBezTo>
                  <a:pt x="508447" y="860"/>
                  <a:pt x="652588" y="10705"/>
                  <a:pt x="714708" y="84670"/>
                </a:cubicBezTo>
                <a:close/>
                <a:moveTo>
                  <a:pt x="1109744" y="653794"/>
                </a:moveTo>
                <a:cubicBezTo>
                  <a:pt x="982596" y="710393"/>
                  <a:pt x="942868" y="855095"/>
                  <a:pt x="997260" y="977288"/>
                </a:cubicBezTo>
                <a:cubicBezTo>
                  <a:pt x="1051654" y="1099480"/>
                  <a:pt x="1185762" y="1166800"/>
                  <a:pt x="1312910" y="1110201"/>
                </a:cubicBezTo>
                <a:cubicBezTo>
                  <a:pt x="1503734" y="1025256"/>
                  <a:pt x="1610269" y="731549"/>
                  <a:pt x="1621429" y="699443"/>
                </a:cubicBezTo>
                <a:cubicBezTo>
                  <a:pt x="1590104" y="686249"/>
                  <a:pt x="1300568" y="568850"/>
                  <a:pt x="1109744" y="653794"/>
                </a:cubicBezTo>
                <a:close/>
                <a:moveTo>
                  <a:pt x="511684" y="884577"/>
                </a:moveTo>
                <a:cubicBezTo>
                  <a:pt x="638833" y="941177"/>
                  <a:pt x="678561" y="1085879"/>
                  <a:pt x="624168" y="1208071"/>
                </a:cubicBezTo>
                <a:cubicBezTo>
                  <a:pt x="569775" y="1330262"/>
                  <a:pt x="435666" y="1397583"/>
                  <a:pt x="308518" y="1340983"/>
                </a:cubicBezTo>
                <a:cubicBezTo>
                  <a:pt x="117695" y="1256039"/>
                  <a:pt x="11160" y="962332"/>
                  <a:pt x="0" y="930226"/>
                </a:cubicBezTo>
                <a:cubicBezTo>
                  <a:pt x="31324" y="917032"/>
                  <a:pt x="320861" y="799632"/>
                  <a:pt x="511684" y="884577"/>
                </a:cubicBezTo>
                <a:close/>
                <a:moveTo>
                  <a:pt x="797313" y="474941"/>
                </a:moveTo>
                <a:cubicBezTo>
                  <a:pt x="797313" y="413582"/>
                  <a:pt x="771768" y="310655"/>
                  <a:pt x="697149" y="242322"/>
                </a:cubicBezTo>
                <a:cubicBezTo>
                  <a:pt x="777231" y="306172"/>
                  <a:pt x="823552" y="409795"/>
                  <a:pt x="827978" y="512274"/>
                </a:cubicBezTo>
                <a:cubicBezTo>
                  <a:pt x="837703" y="481236"/>
                  <a:pt x="852164" y="435085"/>
                  <a:pt x="927376" y="375120"/>
                </a:cubicBezTo>
                <a:cubicBezTo>
                  <a:pt x="868140" y="452590"/>
                  <a:pt x="829463" y="547571"/>
                  <a:pt x="829463" y="605093"/>
                </a:cubicBezTo>
                <a:lnTo>
                  <a:pt x="837109" y="1117744"/>
                </a:lnTo>
                <a:cubicBezTo>
                  <a:pt x="850944" y="1085812"/>
                  <a:pt x="901835" y="1015169"/>
                  <a:pt x="1000687" y="976726"/>
                </a:cubicBezTo>
                <a:cubicBezTo>
                  <a:pt x="901529" y="1036742"/>
                  <a:pt x="839275" y="1163962"/>
                  <a:pt x="838582" y="1216488"/>
                </a:cubicBezTo>
                <a:lnTo>
                  <a:pt x="839275" y="1262953"/>
                </a:lnTo>
                <a:cubicBezTo>
                  <a:pt x="852234" y="1231744"/>
                  <a:pt x="907512" y="1192617"/>
                  <a:pt x="978671" y="1285438"/>
                </a:cubicBezTo>
                <a:cubicBezTo>
                  <a:pt x="886733" y="1185959"/>
                  <a:pt x="840825" y="1309709"/>
                  <a:pt x="840825" y="1366911"/>
                </a:cubicBezTo>
                <a:lnTo>
                  <a:pt x="847447" y="1810862"/>
                </a:lnTo>
                <a:lnTo>
                  <a:pt x="777317" y="1810862"/>
                </a:lnTo>
                <a:lnTo>
                  <a:pt x="782954" y="1434191"/>
                </a:lnTo>
                <a:cubicBezTo>
                  <a:pt x="782954" y="1374844"/>
                  <a:pt x="716487" y="1262733"/>
                  <a:pt x="623832" y="1206653"/>
                </a:cubicBezTo>
                <a:cubicBezTo>
                  <a:pt x="716450" y="1242670"/>
                  <a:pt x="766963" y="1306955"/>
                  <a:pt x="784347" y="1341184"/>
                </a:cubicBezTo>
                <a:lnTo>
                  <a:pt x="790492" y="930652"/>
                </a:lnTo>
                <a:cubicBezTo>
                  <a:pt x="790492" y="871178"/>
                  <a:pt x="737337" y="746413"/>
                  <a:pt x="662314" y="687105"/>
                </a:cubicBezTo>
                <a:cubicBezTo>
                  <a:pt x="738044" y="725570"/>
                  <a:pt x="781371" y="793873"/>
                  <a:pt x="792062" y="825711"/>
                </a:cubicBezTo>
                <a:close/>
                <a:moveTo>
                  <a:pt x="297828" y="384159"/>
                </a:moveTo>
                <a:lnTo>
                  <a:pt x="665992" y="687879"/>
                </a:lnTo>
                <a:moveTo>
                  <a:pt x="332696" y="489699"/>
                </a:moveTo>
                <a:cubicBezTo>
                  <a:pt x="354058" y="480226"/>
                  <a:pt x="411164" y="482172"/>
                  <a:pt x="442941" y="503871"/>
                </a:cubicBezTo>
                <a:cubicBezTo>
                  <a:pt x="415597" y="476798"/>
                  <a:pt x="402831" y="421104"/>
                  <a:pt x="408070" y="398330"/>
                </a:cubicBezTo>
                <a:moveTo>
                  <a:pt x="373750" y="582281"/>
                </a:moveTo>
                <a:cubicBezTo>
                  <a:pt x="406778" y="561709"/>
                  <a:pt x="487305" y="548443"/>
                  <a:pt x="526253" y="572601"/>
                </a:cubicBezTo>
                <a:cubicBezTo>
                  <a:pt x="495130" y="538958"/>
                  <a:pt x="492846" y="457377"/>
                  <a:pt x="506765" y="421040"/>
                </a:cubicBezTo>
                <a:moveTo>
                  <a:pt x="436629" y="670282"/>
                </a:moveTo>
                <a:cubicBezTo>
                  <a:pt x="478305" y="644093"/>
                  <a:pt x="579617" y="626718"/>
                  <a:pt x="628366" y="656839"/>
                </a:cubicBezTo>
                <a:cubicBezTo>
                  <a:pt x="589528" y="614704"/>
                  <a:pt x="587326" y="511938"/>
                  <a:pt x="605114" y="466044"/>
                </a:cubicBezTo>
                <a:moveTo>
                  <a:pt x="1131100" y="1474603"/>
                </a:moveTo>
                <a:lnTo>
                  <a:pt x="973279" y="1277874"/>
                </a:lnTo>
                <a:moveTo>
                  <a:pt x="1134729" y="1389553"/>
                </a:moveTo>
                <a:cubicBezTo>
                  <a:pt x="1115139" y="1396751"/>
                  <a:pt x="1071400" y="1394927"/>
                  <a:pt x="1053585" y="1377988"/>
                </a:cubicBezTo>
                <a:cubicBezTo>
                  <a:pt x="1066256" y="1399054"/>
                  <a:pt x="1058549" y="1442146"/>
                  <a:pt x="1047273" y="1459709"/>
                </a:cubicBezTo>
                <a:moveTo>
                  <a:pt x="1097877" y="1320778"/>
                </a:moveTo>
                <a:cubicBezTo>
                  <a:pt x="1073365" y="1329895"/>
                  <a:pt x="1018787" y="1327979"/>
                  <a:pt x="996685" y="1307039"/>
                </a:cubicBezTo>
                <a:cubicBezTo>
                  <a:pt x="1012331" y="1333156"/>
                  <a:pt x="1002364" y="1386852"/>
                  <a:pt x="988148" y="1408803"/>
                </a:cubicBezTo>
                <a:moveTo>
                  <a:pt x="1090772" y="181582"/>
                </a:moveTo>
                <a:lnTo>
                  <a:pt x="928566" y="374721"/>
                </a:lnTo>
                <a:moveTo>
                  <a:pt x="1092505" y="266690"/>
                </a:moveTo>
                <a:cubicBezTo>
                  <a:pt x="1073082" y="259052"/>
                  <a:pt x="1029314" y="259892"/>
                  <a:pt x="1011122" y="276426"/>
                </a:cubicBezTo>
                <a:cubicBezTo>
                  <a:pt x="1024264" y="255650"/>
                  <a:pt x="1017529" y="212395"/>
                  <a:pt x="1006651" y="194584"/>
                </a:cubicBezTo>
                <a:moveTo>
                  <a:pt x="1054099" y="334620"/>
                </a:moveTo>
                <a:cubicBezTo>
                  <a:pt x="1029799" y="324955"/>
                  <a:pt x="975191" y="325643"/>
                  <a:pt x="952623" y="346080"/>
                </a:cubicBezTo>
                <a:cubicBezTo>
                  <a:pt x="968854" y="320322"/>
                  <a:pt x="960098" y="266415"/>
                  <a:pt x="946379" y="244151"/>
                </a:cubicBezTo>
                <a:moveTo>
                  <a:pt x="533736" y="48794"/>
                </a:moveTo>
                <a:lnTo>
                  <a:pt x="695941" y="241931"/>
                </a:lnTo>
                <a:moveTo>
                  <a:pt x="532002" y="133900"/>
                </a:moveTo>
                <a:cubicBezTo>
                  <a:pt x="551426" y="126264"/>
                  <a:pt x="595194" y="127103"/>
                  <a:pt x="613387" y="143637"/>
                </a:cubicBezTo>
                <a:cubicBezTo>
                  <a:pt x="600244" y="122861"/>
                  <a:pt x="606979" y="79607"/>
                  <a:pt x="617857" y="61794"/>
                </a:cubicBezTo>
                <a:moveTo>
                  <a:pt x="570408" y="201831"/>
                </a:moveTo>
                <a:cubicBezTo>
                  <a:pt x="594709" y="192165"/>
                  <a:pt x="649317" y="192854"/>
                  <a:pt x="671884" y="213292"/>
                </a:cubicBezTo>
                <a:cubicBezTo>
                  <a:pt x="655654" y="187533"/>
                  <a:pt x="664410" y="133627"/>
                  <a:pt x="678129" y="111362"/>
                </a:cubicBezTo>
                <a:moveTo>
                  <a:pt x="1550608" y="730969"/>
                </a:moveTo>
                <a:lnTo>
                  <a:pt x="997260" y="977288"/>
                </a:lnTo>
                <a:moveTo>
                  <a:pt x="1472123" y="848169"/>
                </a:moveTo>
                <a:cubicBezTo>
                  <a:pt x="1449218" y="829329"/>
                  <a:pt x="1378732" y="812311"/>
                  <a:pt x="1332504" y="828049"/>
                </a:cubicBezTo>
                <a:cubicBezTo>
                  <a:pt x="1375136" y="804234"/>
                  <a:pt x="1409663" y="740470"/>
                  <a:pt x="1410993" y="710842"/>
                </a:cubicBezTo>
                <a:moveTo>
                  <a:pt x="1390474" y="947428"/>
                </a:moveTo>
                <a:cubicBezTo>
                  <a:pt x="1357076" y="911055"/>
                  <a:pt x="1263118" y="867480"/>
                  <a:pt x="1207288" y="883792"/>
                </a:cubicBezTo>
                <a:cubicBezTo>
                  <a:pt x="1256772" y="853225"/>
                  <a:pt x="1287274" y="754247"/>
                  <a:pt x="1282598" y="705088"/>
                </a:cubicBezTo>
                <a:moveTo>
                  <a:pt x="1283685" y="1033678"/>
                </a:moveTo>
                <a:cubicBezTo>
                  <a:pt x="1241620" y="987500"/>
                  <a:pt x="1123643" y="931843"/>
                  <a:pt x="1053804" y="952114"/>
                </a:cubicBezTo>
                <a:cubicBezTo>
                  <a:pt x="1115605" y="913786"/>
                  <a:pt x="1153204" y="788876"/>
                  <a:pt x="1147042" y="726715"/>
                </a:cubicBezTo>
                <a:moveTo>
                  <a:pt x="73900" y="960891"/>
                </a:moveTo>
                <a:lnTo>
                  <a:pt x="627243" y="1207209"/>
                </a:lnTo>
                <a:moveTo>
                  <a:pt x="152395" y="1078091"/>
                </a:moveTo>
                <a:cubicBezTo>
                  <a:pt x="175300" y="1059251"/>
                  <a:pt x="245786" y="1042235"/>
                  <a:pt x="292013" y="1057972"/>
                </a:cubicBezTo>
                <a:cubicBezTo>
                  <a:pt x="249381" y="1034157"/>
                  <a:pt x="214854" y="970393"/>
                  <a:pt x="213525" y="940766"/>
                </a:cubicBezTo>
                <a:moveTo>
                  <a:pt x="234034" y="1177341"/>
                </a:moveTo>
                <a:cubicBezTo>
                  <a:pt x="267431" y="1140968"/>
                  <a:pt x="361390" y="1097394"/>
                  <a:pt x="417220" y="1113705"/>
                </a:cubicBezTo>
                <a:cubicBezTo>
                  <a:pt x="367736" y="1083138"/>
                  <a:pt x="337234" y="984160"/>
                  <a:pt x="341910" y="935002"/>
                </a:cubicBezTo>
                <a:moveTo>
                  <a:pt x="340823" y="1263603"/>
                </a:moveTo>
                <a:cubicBezTo>
                  <a:pt x="382888" y="1217424"/>
                  <a:pt x="500864" y="1161768"/>
                  <a:pt x="570704" y="1182039"/>
                </a:cubicBezTo>
                <a:cubicBezTo>
                  <a:pt x="508903" y="1143711"/>
                  <a:pt x="471303" y="1018801"/>
                  <a:pt x="477466" y="956640"/>
                </a:cubicBezTo>
              </a:path>
            </a:pathLst>
          </a:custGeom>
          <a:noFill/>
          <a:ln w="14708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1509497" y="3360201"/>
            <a:ext cx="827732" cy="705907"/>
            <a:chOff x="1509497" y="3360201"/>
            <a:chExt cx="827732" cy="705907"/>
          </a:xfrm>
        </p:grpSpPr>
        <p:sp>
          <p:nvSpPr>
            <p:cNvPr id="10" name="Rounded Rectangle 9"/>
            <p:cNvSpPr/>
            <p:nvPr/>
          </p:nvSpPr>
          <p:spPr>
            <a:xfrm>
              <a:off x="1509497" y="3360201"/>
              <a:ext cx="827732" cy="117652"/>
            </a:xfrm>
            <a:custGeom>
              <a:avLst/>
              <a:gdLst/>
              <a:ahLst/>
              <a:cxnLst/>
              <a:rect l="0" t="0" r="0" b="0"/>
              <a:pathLst>
                <a:path w="827732" h="117652">
                  <a:moveTo>
                    <a:pt x="4400" y="32489"/>
                  </a:moveTo>
                  <a:cubicBezTo>
                    <a:pt x="0" y="15992"/>
                    <a:pt x="13296" y="0"/>
                    <a:pt x="31432" y="0"/>
                  </a:cubicBezTo>
                  <a:lnTo>
                    <a:pt x="796290" y="0"/>
                  </a:lnTo>
                  <a:cubicBezTo>
                    <a:pt x="814425" y="0"/>
                    <a:pt x="827732" y="15992"/>
                    <a:pt x="823331" y="32489"/>
                  </a:cubicBezTo>
                  <a:lnTo>
                    <a:pt x="805891" y="97859"/>
                  </a:lnTo>
                  <a:cubicBezTo>
                    <a:pt x="802786" y="109489"/>
                    <a:pt x="791641" y="117652"/>
                    <a:pt x="778849" y="117652"/>
                  </a:cubicBezTo>
                  <a:lnTo>
                    <a:pt x="48882" y="117652"/>
                  </a:lnTo>
                  <a:cubicBezTo>
                    <a:pt x="36090" y="117652"/>
                    <a:pt x="24945" y="109489"/>
                    <a:pt x="21840" y="97859"/>
                  </a:cubicBezTo>
                  <a:lnTo>
                    <a:pt x="4400" y="32489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570276" y="3477854"/>
              <a:ext cx="702325" cy="588254"/>
            </a:xfrm>
            <a:custGeom>
              <a:avLst/>
              <a:gdLst/>
              <a:ahLst/>
              <a:cxnLst/>
              <a:rect l="0" t="0" r="0" b="0"/>
              <a:pathLst>
                <a:path w="702325" h="588254">
                  <a:moveTo>
                    <a:pt x="0" y="0"/>
                  </a:moveTo>
                  <a:lnTo>
                    <a:pt x="702325" y="0"/>
                  </a:lnTo>
                  <a:lnTo>
                    <a:pt x="606475" y="565918"/>
                  </a:lnTo>
                  <a:cubicBezTo>
                    <a:pt x="603865" y="578910"/>
                    <a:pt x="592426" y="588254"/>
                    <a:pt x="579148" y="588254"/>
                  </a:cubicBezTo>
                  <a:lnTo>
                    <a:pt x="123177" y="588254"/>
                  </a:lnTo>
                  <a:cubicBezTo>
                    <a:pt x="109899" y="588254"/>
                    <a:pt x="98459" y="578910"/>
                    <a:pt x="95850" y="565918"/>
                  </a:cubicBez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509494" y="3360201"/>
            <a:ext cx="827737" cy="705911"/>
            <a:chOff x="1509494" y="3360201"/>
            <a:chExt cx="827737" cy="705911"/>
          </a:xfrm>
        </p:grpSpPr>
        <p:sp>
          <p:nvSpPr>
            <p:cNvPr id="13" name="Rounded Rectangle 12"/>
            <p:cNvSpPr/>
            <p:nvPr/>
          </p:nvSpPr>
          <p:spPr>
            <a:xfrm>
              <a:off x="1509494" y="3360201"/>
              <a:ext cx="827737" cy="117651"/>
            </a:xfrm>
            <a:custGeom>
              <a:avLst/>
              <a:gdLst/>
              <a:ahLst/>
              <a:cxnLst/>
              <a:rect l="0" t="0" r="0" b="0"/>
              <a:pathLst>
                <a:path w="827737" h="117651">
                  <a:moveTo>
                    <a:pt x="4404" y="32493"/>
                  </a:moveTo>
                  <a:cubicBezTo>
                    <a:pt x="0" y="15990"/>
                    <a:pt x="13304" y="0"/>
                    <a:pt x="31439" y="0"/>
                  </a:cubicBezTo>
                  <a:lnTo>
                    <a:pt x="796297" y="0"/>
                  </a:lnTo>
                  <a:cubicBezTo>
                    <a:pt x="814432" y="0"/>
                    <a:pt x="827737" y="15990"/>
                    <a:pt x="823333" y="32493"/>
                  </a:cubicBezTo>
                  <a:lnTo>
                    <a:pt x="805892" y="97855"/>
                  </a:lnTo>
                  <a:cubicBezTo>
                    <a:pt x="802787" y="109490"/>
                    <a:pt x="791641" y="117651"/>
                    <a:pt x="778856" y="117651"/>
                  </a:cubicBezTo>
                  <a:lnTo>
                    <a:pt x="48881" y="117651"/>
                  </a:lnTo>
                  <a:cubicBezTo>
                    <a:pt x="36095" y="117651"/>
                    <a:pt x="24950" y="109490"/>
                    <a:pt x="21845" y="97855"/>
                  </a:cubicBezTo>
                  <a:lnTo>
                    <a:pt x="4404" y="32493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570277" y="3477853"/>
              <a:ext cx="702323" cy="588259"/>
            </a:xfrm>
            <a:custGeom>
              <a:avLst/>
              <a:gdLst/>
              <a:ahLst/>
              <a:cxnLst/>
              <a:rect l="0" t="0" r="0" b="0"/>
              <a:pathLst>
                <a:path w="702323" h="588259">
                  <a:moveTo>
                    <a:pt x="0" y="0"/>
                  </a:moveTo>
                  <a:lnTo>
                    <a:pt x="702323" y="0"/>
                  </a:lnTo>
                  <a:lnTo>
                    <a:pt x="606472" y="565917"/>
                  </a:lnTo>
                  <a:cubicBezTo>
                    <a:pt x="603866" y="578908"/>
                    <a:pt x="592428" y="588259"/>
                    <a:pt x="579143" y="588259"/>
                  </a:cubicBezTo>
                  <a:lnTo>
                    <a:pt x="123179" y="588259"/>
                  </a:lnTo>
                  <a:cubicBezTo>
                    <a:pt x="109894" y="588259"/>
                    <a:pt x="98456" y="578908"/>
                    <a:pt x="95851" y="5659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71335" y="3360201"/>
            <a:ext cx="827732" cy="705907"/>
            <a:chOff x="3271335" y="3360201"/>
            <a:chExt cx="827732" cy="705907"/>
          </a:xfrm>
        </p:grpSpPr>
        <p:sp>
          <p:nvSpPr>
            <p:cNvPr id="16" name="Rounded Rectangle 15"/>
            <p:cNvSpPr/>
            <p:nvPr/>
          </p:nvSpPr>
          <p:spPr>
            <a:xfrm>
              <a:off x="3271335" y="3360201"/>
              <a:ext cx="827732" cy="117652"/>
            </a:xfrm>
            <a:custGeom>
              <a:avLst/>
              <a:gdLst/>
              <a:ahLst/>
              <a:cxnLst/>
              <a:rect l="0" t="0" r="0" b="0"/>
              <a:pathLst>
                <a:path w="827732" h="117652">
                  <a:moveTo>
                    <a:pt x="4400" y="32489"/>
                  </a:moveTo>
                  <a:cubicBezTo>
                    <a:pt x="0" y="15992"/>
                    <a:pt x="13296" y="0"/>
                    <a:pt x="31432" y="0"/>
                  </a:cubicBezTo>
                  <a:lnTo>
                    <a:pt x="796289" y="0"/>
                  </a:lnTo>
                  <a:cubicBezTo>
                    <a:pt x="814425" y="0"/>
                    <a:pt x="827732" y="15992"/>
                    <a:pt x="823331" y="32489"/>
                  </a:cubicBezTo>
                  <a:lnTo>
                    <a:pt x="805891" y="97859"/>
                  </a:lnTo>
                  <a:cubicBezTo>
                    <a:pt x="802786" y="109489"/>
                    <a:pt x="791641" y="117652"/>
                    <a:pt x="778849" y="117652"/>
                  </a:cubicBezTo>
                  <a:lnTo>
                    <a:pt x="48882" y="117652"/>
                  </a:lnTo>
                  <a:cubicBezTo>
                    <a:pt x="36090" y="117652"/>
                    <a:pt x="24945" y="109489"/>
                    <a:pt x="21840" y="97859"/>
                  </a:cubicBezTo>
                  <a:lnTo>
                    <a:pt x="4400" y="32489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332114" y="3477854"/>
              <a:ext cx="702325" cy="588254"/>
            </a:xfrm>
            <a:custGeom>
              <a:avLst/>
              <a:gdLst/>
              <a:ahLst/>
              <a:cxnLst/>
              <a:rect l="0" t="0" r="0" b="0"/>
              <a:pathLst>
                <a:path w="702325" h="588254">
                  <a:moveTo>
                    <a:pt x="0" y="0"/>
                  </a:moveTo>
                  <a:lnTo>
                    <a:pt x="702325" y="0"/>
                  </a:lnTo>
                  <a:lnTo>
                    <a:pt x="606475" y="565918"/>
                  </a:lnTo>
                  <a:cubicBezTo>
                    <a:pt x="603865" y="578910"/>
                    <a:pt x="592426" y="588254"/>
                    <a:pt x="579148" y="588254"/>
                  </a:cubicBezTo>
                  <a:lnTo>
                    <a:pt x="123177" y="588254"/>
                  </a:lnTo>
                  <a:cubicBezTo>
                    <a:pt x="109899" y="588254"/>
                    <a:pt x="98459" y="578910"/>
                    <a:pt x="95850" y="565918"/>
                  </a:cubicBez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71331" y="3360201"/>
            <a:ext cx="827737" cy="705911"/>
            <a:chOff x="3271331" y="3360201"/>
            <a:chExt cx="827737" cy="705911"/>
          </a:xfrm>
        </p:grpSpPr>
        <p:sp>
          <p:nvSpPr>
            <p:cNvPr id="19" name="Rounded Rectangle 18"/>
            <p:cNvSpPr/>
            <p:nvPr/>
          </p:nvSpPr>
          <p:spPr>
            <a:xfrm>
              <a:off x="3271331" y="3360201"/>
              <a:ext cx="827737" cy="117651"/>
            </a:xfrm>
            <a:custGeom>
              <a:avLst/>
              <a:gdLst/>
              <a:ahLst/>
              <a:cxnLst/>
              <a:rect l="0" t="0" r="0" b="0"/>
              <a:pathLst>
                <a:path w="827737" h="117651">
                  <a:moveTo>
                    <a:pt x="4404" y="32493"/>
                  </a:moveTo>
                  <a:cubicBezTo>
                    <a:pt x="0" y="15990"/>
                    <a:pt x="13304" y="0"/>
                    <a:pt x="31439" y="0"/>
                  </a:cubicBezTo>
                  <a:lnTo>
                    <a:pt x="796297" y="0"/>
                  </a:lnTo>
                  <a:cubicBezTo>
                    <a:pt x="814432" y="0"/>
                    <a:pt x="827737" y="15990"/>
                    <a:pt x="823333" y="32493"/>
                  </a:cubicBezTo>
                  <a:lnTo>
                    <a:pt x="805892" y="97855"/>
                  </a:lnTo>
                  <a:cubicBezTo>
                    <a:pt x="802787" y="109490"/>
                    <a:pt x="791641" y="117651"/>
                    <a:pt x="778856" y="117651"/>
                  </a:cubicBezTo>
                  <a:lnTo>
                    <a:pt x="48881" y="117651"/>
                  </a:lnTo>
                  <a:cubicBezTo>
                    <a:pt x="36095" y="117651"/>
                    <a:pt x="24950" y="109490"/>
                    <a:pt x="21845" y="97855"/>
                  </a:cubicBezTo>
                  <a:lnTo>
                    <a:pt x="4404" y="32493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332114" y="3477853"/>
              <a:ext cx="702323" cy="588259"/>
            </a:xfrm>
            <a:custGeom>
              <a:avLst/>
              <a:gdLst/>
              <a:ahLst/>
              <a:cxnLst/>
              <a:rect l="0" t="0" r="0" b="0"/>
              <a:pathLst>
                <a:path w="702323" h="588259">
                  <a:moveTo>
                    <a:pt x="0" y="0"/>
                  </a:moveTo>
                  <a:lnTo>
                    <a:pt x="702323" y="0"/>
                  </a:lnTo>
                  <a:lnTo>
                    <a:pt x="606472" y="565917"/>
                  </a:lnTo>
                  <a:cubicBezTo>
                    <a:pt x="603866" y="578908"/>
                    <a:pt x="592428" y="588259"/>
                    <a:pt x="579143" y="588259"/>
                  </a:cubicBezTo>
                  <a:lnTo>
                    <a:pt x="123179" y="588259"/>
                  </a:lnTo>
                  <a:cubicBezTo>
                    <a:pt x="109894" y="588259"/>
                    <a:pt x="98456" y="578908"/>
                    <a:pt x="95851" y="5659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033172" y="3360201"/>
            <a:ext cx="827732" cy="705907"/>
            <a:chOff x="5033172" y="3360201"/>
            <a:chExt cx="827732" cy="705907"/>
          </a:xfrm>
        </p:grpSpPr>
        <p:sp>
          <p:nvSpPr>
            <p:cNvPr id="22" name="Rounded Rectangle 21"/>
            <p:cNvSpPr/>
            <p:nvPr/>
          </p:nvSpPr>
          <p:spPr>
            <a:xfrm>
              <a:off x="5033172" y="3360201"/>
              <a:ext cx="827732" cy="117652"/>
            </a:xfrm>
            <a:custGeom>
              <a:avLst/>
              <a:gdLst/>
              <a:ahLst/>
              <a:cxnLst/>
              <a:rect l="0" t="0" r="0" b="0"/>
              <a:pathLst>
                <a:path w="827732" h="117652">
                  <a:moveTo>
                    <a:pt x="4400" y="32489"/>
                  </a:moveTo>
                  <a:cubicBezTo>
                    <a:pt x="0" y="15992"/>
                    <a:pt x="13296" y="0"/>
                    <a:pt x="31432" y="0"/>
                  </a:cubicBezTo>
                  <a:lnTo>
                    <a:pt x="796290" y="0"/>
                  </a:lnTo>
                  <a:cubicBezTo>
                    <a:pt x="814425" y="0"/>
                    <a:pt x="827732" y="15992"/>
                    <a:pt x="823331" y="32489"/>
                  </a:cubicBezTo>
                  <a:lnTo>
                    <a:pt x="805891" y="97859"/>
                  </a:lnTo>
                  <a:cubicBezTo>
                    <a:pt x="802786" y="109489"/>
                    <a:pt x="791641" y="117652"/>
                    <a:pt x="778849" y="117652"/>
                  </a:cubicBezTo>
                  <a:lnTo>
                    <a:pt x="48882" y="117652"/>
                  </a:lnTo>
                  <a:cubicBezTo>
                    <a:pt x="36090" y="117652"/>
                    <a:pt x="24945" y="109489"/>
                    <a:pt x="21840" y="97859"/>
                  </a:cubicBezTo>
                  <a:lnTo>
                    <a:pt x="4400" y="32489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093951" y="3477854"/>
              <a:ext cx="702325" cy="588254"/>
            </a:xfrm>
            <a:custGeom>
              <a:avLst/>
              <a:gdLst/>
              <a:ahLst/>
              <a:cxnLst/>
              <a:rect l="0" t="0" r="0" b="0"/>
              <a:pathLst>
                <a:path w="702325" h="588254">
                  <a:moveTo>
                    <a:pt x="0" y="0"/>
                  </a:moveTo>
                  <a:lnTo>
                    <a:pt x="702325" y="0"/>
                  </a:lnTo>
                  <a:lnTo>
                    <a:pt x="606475" y="565918"/>
                  </a:lnTo>
                  <a:cubicBezTo>
                    <a:pt x="603865" y="578910"/>
                    <a:pt x="592426" y="588254"/>
                    <a:pt x="579148" y="588254"/>
                  </a:cubicBezTo>
                  <a:lnTo>
                    <a:pt x="123177" y="588254"/>
                  </a:lnTo>
                  <a:cubicBezTo>
                    <a:pt x="109899" y="588254"/>
                    <a:pt x="98459" y="578910"/>
                    <a:pt x="95850" y="565918"/>
                  </a:cubicBez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033169" y="3360201"/>
            <a:ext cx="827737" cy="705911"/>
            <a:chOff x="5033169" y="3360201"/>
            <a:chExt cx="827737" cy="705911"/>
          </a:xfrm>
        </p:grpSpPr>
        <p:sp>
          <p:nvSpPr>
            <p:cNvPr id="25" name="Rounded Rectangle 24"/>
            <p:cNvSpPr/>
            <p:nvPr/>
          </p:nvSpPr>
          <p:spPr>
            <a:xfrm>
              <a:off x="5033169" y="3360201"/>
              <a:ext cx="827737" cy="117651"/>
            </a:xfrm>
            <a:custGeom>
              <a:avLst/>
              <a:gdLst/>
              <a:ahLst/>
              <a:cxnLst/>
              <a:rect l="0" t="0" r="0" b="0"/>
              <a:pathLst>
                <a:path w="827737" h="117651">
                  <a:moveTo>
                    <a:pt x="4404" y="32493"/>
                  </a:moveTo>
                  <a:cubicBezTo>
                    <a:pt x="0" y="15990"/>
                    <a:pt x="13304" y="0"/>
                    <a:pt x="31439" y="0"/>
                  </a:cubicBezTo>
                  <a:lnTo>
                    <a:pt x="796297" y="0"/>
                  </a:lnTo>
                  <a:cubicBezTo>
                    <a:pt x="814432" y="0"/>
                    <a:pt x="827737" y="15990"/>
                    <a:pt x="823333" y="32493"/>
                  </a:cubicBezTo>
                  <a:lnTo>
                    <a:pt x="805892" y="97855"/>
                  </a:lnTo>
                  <a:cubicBezTo>
                    <a:pt x="802787" y="109490"/>
                    <a:pt x="791641" y="117651"/>
                    <a:pt x="778856" y="117651"/>
                  </a:cubicBezTo>
                  <a:lnTo>
                    <a:pt x="48881" y="117651"/>
                  </a:lnTo>
                  <a:cubicBezTo>
                    <a:pt x="36095" y="117651"/>
                    <a:pt x="24950" y="109490"/>
                    <a:pt x="21845" y="97855"/>
                  </a:cubicBezTo>
                  <a:lnTo>
                    <a:pt x="4404" y="32493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093952" y="3477853"/>
              <a:ext cx="702323" cy="588259"/>
            </a:xfrm>
            <a:custGeom>
              <a:avLst/>
              <a:gdLst/>
              <a:ahLst/>
              <a:cxnLst/>
              <a:rect l="0" t="0" r="0" b="0"/>
              <a:pathLst>
                <a:path w="702323" h="588259">
                  <a:moveTo>
                    <a:pt x="0" y="0"/>
                  </a:moveTo>
                  <a:lnTo>
                    <a:pt x="702323" y="0"/>
                  </a:lnTo>
                  <a:lnTo>
                    <a:pt x="606472" y="565917"/>
                  </a:lnTo>
                  <a:cubicBezTo>
                    <a:pt x="603866" y="578908"/>
                    <a:pt x="592428" y="588259"/>
                    <a:pt x="579143" y="588259"/>
                  </a:cubicBezTo>
                  <a:lnTo>
                    <a:pt x="123179" y="588259"/>
                  </a:lnTo>
                  <a:cubicBezTo>
                    <a:pt x="109894" y="588259"/>
                    <a:pt x="98456" y="578908"/>
                    <a:pt x="95851" y="5659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795009" y="3360201"/>
            <a:ext cx="827732" cy="705907"/>
            <a:chOff x="6795009" y="3360201"/>
            <a:chExt cx="827732" cy="705907"/>
          </a:xfrm>
        </p:grpSpPr>
        <p:sp>
          <p:nvSpPr>
            <p:cNvPr id="28" name="Rounded Rectangle 27"/>
            <p:cNvSpPr/>
            <p:nvPr/>
          </p:nvSpPr>
          <p:spPr>
            <a:xfrm>
              <a:off x="6795009" y="3360201"/>
              <a:ext cx="827732" cy="117652"/>
            </a:xfrm>
            <a:custGeom>
              <a:avLst/>
              <a:gdLst/>
              <a:ahLst/>
              <a:cxnLst/>
              <a:rect l="0" t="0" r="0" b="0"/>
              <a:pathLst>
                <a:path w="827732" h="117652">
                  <a:moveTo>
                    <a:pt x="4400" y="32489"/>
                  </a:moveTo>
                  <a:cubicBezTo>
                    <a:pt x="0" y="15992"/>
                    <a:pt x="13296" y="0"/>
                    <a:pt x="31432" y="0"/>
                  </a:cubicBezTo>
                  <a:lnTo>
                    <a:pt x="796290" y="0"/>
                  </a:lnTo>
                  <a:cubicBezTo>
                    <a:pt x="814425" y="0"/>
                    <a:pt x="827732" y="15992"/>
                    <a:pt x="823331" y="32489"/>
                  </a:cubicBezTo>
                  <a:lnTo>
                    <a:pt x="805891" y="97859"/>
                  </a:lnTo>
                  <a:cubicBezTo>
                    <a:pt x="802786" y="109489"/>
                    <a:pt x="791641" y="117652"/>
                    <a:pt x="778849" y="117652"/>
                  </a:cubicBezTo>
                  <a:lnTo>
                    <a:pt x="48882" y="117652"/>
                  </a:lnTo>
                  <a:cubicBezTo>
                    <a:pt x="36090" y="117652"/>
                    <a:pt x="24945" y="109489"/>
                    <a:pt x="21840" y="97859"/>
                  </a:cubicBezTo>
                  <a:lnTo>
                    <a:pt x="4400" y="32489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855788" y="3477854"/>
              <a:ext cx="702325" cy="588254"/>
            </a:xfrm>
            <a:custGeom>
              <a:avLst/>
              <a:gdLst/>
              <a:ahLst/>
              <a:cxnLst/>
              <a:rect l="0" t="0" r="0" b="0"/>
              <a:pathLst>
                <a:path w="702325" h="588254">
                  <a:moveTo>
                    <a:pt x="0" y="0"/>
                  </a:moveTo>
                  <a:lnTo>
                    <a:pt x="702325" y="0"/>
                  </a:lnTo>
                  <a:lnTo>
                    <a:pt x="606475" y="565918"/>
                  </a:lnTo>
                  <a:cubicBezTo>
                    <a:pt x="603865" y="578910"/>
                    <a:pt x="592426" y="588254"/>
                    <a:pt x="579148" y="588254"/>
                  </a:cubicBezTo>
                  <a:lnTo>
                    <a:pt x="123177" y="588254"/>
                  </a:lnTo>
                  <a:cubicBezTo>
                    <a:pt x="109899" y="588254"/>
                    <a:pt x="98459" y="578910"/>
                    <a:pt x="95850" y="565918"/>
                  </a:cubicBez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795006" y="3360201"/>
            <a:ext cx="827737" cy="705911"/>
            <a:chOff x="6795006" y="3360201"/>
            <a:chExt cx="827737" cy="705911"/>
          </a:xfrm>
        </p:grpSpPr>
        <p:sp>
          <p:nvSpPr>
            <p:cNvPr id="31" name="Rounded Rectangle 30"/>
            <p:cNvSpPr/>
            <p:nvPr/>
          </p:nvSpPr>
          <p:spPr>
            <a:xfrm>
              <a:off x="6795006" y="3360201"/>
              <a:ext cx="827737" cy="117651"/>
            </a:xfrm>
            <a:custGeom>
              <a:avLst/>
              <a:gdLst/>
              <a:ahLst/>
              <a:cxnLst/>
              <a:rect l="0" t="0" r="0" b="0"/>
              <a:pathLst>
                <a:path w="827737" h="117651">
                  <a:moveTo>
                    <a:pt x="4404" y="32493"/>
                  </a:moveTo>
                  <a:cubicBezTo>
                    <a:pt x="0" y="15990"/>
                    <a:pt x="13304" y="0"/>
                    <a:pt x="31439" y="0"/>
                  </a:cubicBezTo>
                  <a:lnTo>
                    <a:pt x="796297" y="0"/>
                  </a:lnTo>
                  <a:cubicBezTo>
                    <a:pt x="814432" y="0"/>
                    <a:pt x="827737" y="15990"/>
                    <a:pt x="823333" y="32493"/>
                  </a:cubicBezTo>
                  <a:lnTo>
                    <a:pt x="805892" y="97855"/>
                  </a:lnTo>
                  <a:cubicBezTo>
                    <a:pt x="802787" y="109490"/>
                    <a:pt x="791641" y="117651"/>
                    <a:pt x="778856" y="117651"/>
                  </a:cubicBezTo>
                  <a:lnTo>
                    <a:pt x="48881" y="117651"/>
                  </a:lnTo>
                  <a:cubicBezTo>
                    <a:pt x="36095" y="117651"/>
                    <a:pt x="24950" y="109490"/>
                    <a:pt x="21845" y="97855"/>
                  </a:cubicBezTo>
                  <a:lnTo>
                    <a:pt x="4404" y="32493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855789" y="3477853"/>
              <a:ext cx="702323" cy="588259"/>
            </a:xfrm>
            <a:custGeom>
              <a:avLst/>
              <a:gdLst/>
              <a:ahLst/>
              <a:cxnLst/>
              <a:rect l="0" t="0" r="0" b="0"/>
              <a:pathLst>
                <a:path w="702323" h="588259">
                  <a:moveTo>
                    <a:pt x="0" y="0"/>
                  </a:moveTo>
                  <a:lnTo>
                    <a:pt x="702323" y="0"/>
                  </a:lnTo>
                  <a:lnTo>
                    <a:pt x="606472" y="565917"/>
                  </a:lnTo>
                  <a:cubicBezTo>
                    <a:pt x="603866" y="578908"/>
                    <a:pt x="592428" y="588259"/>
                    <a:pt x="579143" y="588259"/>
                  </a:cubicBezTo>
                  <a:lnTo>
                    <a:pt x="123179" y="588259"/>
                  </a:lnTo>
                  <a:cubicBezTo>
                    <a:pt x="109894" y="588259"/>
                    <a:pt x="98456" y="578908"/>
                    <a:pt x="95851" y="5659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708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95858" y="262865"/>
            <a:ext cx="4355010" cy="914400"/>
            <a:chOff x="495858" y="262865"/>
            <a:chExt cx="4355010" cy="914400"/>
          </a:xfrm>
        </p:grpSpPr>
        <p:sp>
          <p:nvSpPr>
            <p:cNvPr id="34" name="TextBox 33"/>
            <p:cNvSpPr txBox="1"/>
            <p:nvPr/>
          </p:nvSpPr>
          <p:spPr>
            <a:xfrm>
              <a:off x="495858" y="262865"/>
              <a:ext cx="435501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584053"/>
                  </a:solidFill>
                  <a:latin typeface="Shantell Sans"/>
                </a:rPr>
                <a:t>How Can ANVAYA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5858" y="720065"/>
              <a:ext cx="435501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584053"/>
                  </a:solidFill>
                  <a:latin typeface="Shantell Sans"/>
                </a:rPr>
                <a:t>Grow?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730058" y="257175"/>
            <a:ext cx="2759583" cy="914400"/>
            <a:chOff x="5730058" y="257175"/>
            <a:chExt cx="2759583" cy="914400"/>
          </a:xfrm>
        </p:grpSpPr>
        <p:sp>
          <p:nvSpPr>
            <p:cNvPr id="37" name="TextBox 36"/>
            <p:cNvSpPr txBox="1"/>
            <p:nvPr/>
          </p:nvSpPr>
          <p:spPr>
            <a:xfrm>
              <a:off x="5730058" y="257175"/>
              <a:ext cx="27595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Impact: Greater independence,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730058" y="485775"/>
              <a:ext cx="27595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less information overload, and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730058" y="714375"/>
              <a:ext cx="27595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easier access to everyday visual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730058" y="942975"/>
              <a:ext cx="27595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information.</a:t>
              </a: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1799827" y="3556552"/>
            <a:ext cx="250010" cy="338249"/>
          </a:xfrm>
          <a:custGeom>
            <a:avLst/>
            <a:gdLst/>
            <a:ahLst/>
            <a:cxnLst/>
            <a:rect l="0" t="0" r="0" b="0"/>
            <a:pathLst>
              <a:path w="250010" h="338249">
                <a:moveTo>
                  <a:pt x="147064" y="125005"/>
                </a:moveTo>
                <a:cubicBezTo>
                  <a:pt x="147064" y="112821"/>
                  <a:pt x="137188" y="102945"/>
                  <a:pt x="125005" y="102945"/>
                </a:cubicBezTo>
                <a:cubicBezTo>
                  <a:pt x="112821" y="102945"/>
                  <a:pt x="102945" y="112821"/>
                  <a:pt x="102945" y="125005"/>
                </a:cubicBezTo>
                <a:lnTo>
                  <a:pt x="102945" y="154418"/>
                </a:lnTo>
                <a:cubicBezTo>
                  <a:pt x="102945" y="166601"/>
                  <a:pt x="112821" y="176477"/>
                  <a:pt x="125005" y="176477"/>
                </a:cubicBezTo>
                <a:cubicBezTo>
                  <a:pt x="137188" y="176477"/>
                  <a:pt x="147064" y="166601"/>
                  <a:pt x="147064" y="154418"/>
                </a:cubicBezTo>
                <a:close/>
                <a:moveTo>
                  <a:pt x="73532" y="154418"/>
                </a:moveTo>
                <a:cubicBezTo>
                  <a:pt x="73532" y="182845"/>
                  <a:pt x="96577" y="205890"/>
                  <a:pt x="125005" y="205890"/>
                </a:cubicBezTo>
                <a:cubicBezTo>
                  <a:pt x="153432" y="205890"/>
                  <a:pt x="176477" y="182845"/>
                  <a:pt x="176477" y="154418"/>
                </a:cubicBezTo>
                <a:moveTo>
                  <a:pt x="125005" y="205890"/>
                </a:moveTo>
                <a:lnTo>
                  <a:pt x="125005" y="235303"/>
                </a:lnTo>
                <a:moveTo>
                  <a:pt x="29412" y="44119"/>
                </a:moveTo>
                <a:lnTo>
                  <a:pt x="220597" y="44119"/>
                </a:lnTo>
                <a:cubicBezTo>
                  <a:pt x="220597" y="44119"/>
                  <a:pt x="250010" y="44119"/>
                  <a:pt x="250010" y="73532"/>
                </a:cubicBezTo>
                <a:lnTo>
                  <a:pt x="250010" y="264716"/>
                </a:lnTo>
                <a:cubicBezTo>
                  <a:pt x="250010" y="264716"/>
                  <a:pt x="250010" y="294129"/>
                  <a:pt x="220597" y="294129"/>
                </a:cubicBezTo>
                <a:lnTo>
                  <a:pt x="29412" y="294129"/>
                </a:lnTo>
                <a:cubicBezTo>
                  <a:pt x="29412" y="294129"/>
                  <a:pt x="0" y="294129"/>
                  <a:pt x="0" y="264716"/>
                </a:cubicBezTo>
                <a:lnTo>
                  <a:pt x="0" y="73532"/>
                </a:lnTo>
                <a:cubicBezTo>
                  <a:pt x="0" y="73532"/>
                  <a:pt x="0" y="44119"/>
                  <a:pt x="29412" y="44119"/>
                </a:cubicBezTo>
                <a:moveTo>
                  <a:pt x="191184" y="44119"/>
                </a:moveTo>
                <a:lnTo>
                  <a:pt x="58825" y="44119"/>
                </a:lnTo>
                <a:lnTo>
                  <a:pt x="73532" y="0"/>
                </a:lnTo>
                <a:lnTo>
                  <a:pt x="176477" y="0"/>
                </a:lnTo>
                <a:close/>
                <a:moveTo>
                  <a:pt x="58825" y="294129"/>
                </a:moveTo>
                <a:lnTo>
                  <a:pt x="191184" y="294129"/>
                </a:lnTo>
                <a:lnTo>
                  <a:pt x="176477" y="338249"/>
                </a:lnTo>
                <a:lnTo>
                  <a:pt x="73532" y="338249"/>
                </a:lnTo>
                <a:close/>
              </a:path>
            </a:pathLst>
          </a:custGeom>
          <a:noFill/>
          <a:ln w="14708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20486" y="3556552"/>
            <a:ext cx="338249" cy="338249"/>
          </a:xfrm>
          <a:custGeom>
            <a:avLst/>
            <a:gdLst/>
            <a:ahLst/>
            <a:cxnLst/>
            <a:rect l="0" t="0" r="0" b="0"/>
            <a:pathLst>
              <a:path w="338249" h="338249">
                <a:moveTo>
                  <a:pt x="286776" y="117651"/>
                </a:moveTo>
                <a:lnTo>
                  <a:pt x="286776" y="95592"/>
                </a:lnTo>
                <a:moveTo>
                  <a:pt x="235303" y="117651"/>
                </a:moveTo>
                <a:lnTo>
                  <a:pt x="338249" y="117651"/>
                </a:lnTo>
                <a:moveTo>
                  <a:pt x="257363" y="117651"/>
                </a:moveTo>
                <a:cubicBezTo>
                  <a:pt x="259107" y="160306"/>
                  <a:pt x="289255" y="196484"/>
                  <a:pt x="330895" y="205890"/>
                </a:cubicBezTo>
                <a:moveTo>
                  <a:pt x="316189" y="117651"/>
                </a:moveTo>
                <a:cubicBezTo>
                  <a:pt x="314445" y="160306"/>
                  <a:pt x="284297" y="196484"/>
                  <a:pt x="242657" y="205890"/>
                </a:cubicBezTo>
                <a:moveTo>
                  <a:pt x="73532" y="58825"/>
                </a:moveTo>
                <a:lnTo>
                  <a:pt x="73532" y="29412"/>
                </a:lnTo>
                <a:cubicBezTo>
                  <a:pt x="73532" y="13168"/>
                  <a:pt x="86701" y="0"/>
                  <a:pt x="102945" y="0"/>
                </a:cubicBezTo>
                <a:lnTo>
                  <a:pt x="235303" y="0"/>
                </a:lnTo>
                <a:cubicBezTo>
                  <a:pt x="251548" y="0"/>
                  <a:pt x="264716" y="13168"/>
                  <a:pt x="264716" y="29412"/>
                </a:cubicBezTo>
                <a:lnTo>
                  <a:pt x="264716" y="58825"/>
                </a:lnTo>
                <a:moveTo>
                  <a:pt x="264716" y="242657"/>
                </a:moveTo>
                <a:lnTo>
                  <a:pt x="264716" y="308836"/>
                </a:lnTo>
                <a:cubicBezTo>
                  <a:pt x="264716" y="325080"/>
                  <a:pt x="251548" y="338249"/>
                  <a:pt x="235303" y="338249"/>
                </a:cubicBezTo>
                <a:lnTo>
                  <a:pt x="102945" y="338249"/>
                </a:lnTo>
                <a:cubicBezTo>
                  <a:pt x="86701" y="338249"/>
                  <a:pt x="73532" y="325080"/>
                  <a:pt x="73532" y="308836"/>
                </a:cubicBezTo>
                <a:lnTo>
                  <a:pt x="73532" y="242657"/>
                </a:lnTo>
                <a:moveTo>
                  <a:pt x="73532" y="279423"/>
                </a:moveTo>
                <a:lnTo>
                  <a:pt x="264716" y="279423"/>
                </a:lnTo>
                <a:moveTo>
                  <a:pt x="169124" y="305159"/>
                </a:moveTo>
                <a:cubicBezTo>
                  <a:pt x="167094" y="305159"/>
                  <a:pt x="165447" y="306805"/>
                  <a:pt x="165447" y="308836"/>
                </a:cubicBezTo>
                <a:lnTo>
                  <a:pt x="165447" y="308836"/>
                </a:lnTo>
                <a:cubicBezTo>
                  <a:pt x="165447" y="310866"/>
                  <a:pt x="167094" y="312512"/>
                  <a:pt x="169124" y="312512"/>
                </a:cubicBezTo>
                <a:lnTo>
                  <a:pt x="169124" y="312512"/>
                </a:lnTo>
                <a:cubicBezTo>
                  <a:pt x="171155" y="312512"/>
                  <a:pt x="172801" y="310866"/>
                  <a:pt x="172801" y="308836"/>
                </a:cubicBezTo>
                <a:lnTo>
                  <a:pt x="172801" y="308836"/>
                </a:lnTo>
                <a:cubicBezTo>
                  <a:pt x="172801" y="306805"/>
                  <a:pt x="171155" y="305159"/>
                  <a:pt x="169124" y="305159"/>
                </a:cubicBezTo>
                <a:lnTo>
                  <a:pt x="169124" y="305159"/>
                </a:lnTo>
                <a:moveTo>
                  <a:pt x="0" y="205890"/>
                </a:moveTo>
                <a:lnTo>
                  <a:pt x="0" y="132358"/>
                </a:lnTo>
                <a:cubicBezTo>
                  <a:pt x="0" y="112052"/>
                  <a:pt x="16460" y="95592"/>
                  <a:pt x="36766" y="95592"/>
                </a:cubicBezTo>
                <a:cubicBezTo>
                  <a:pt x="57071" y="95592"/>
                  <a:pt x="73532" y="112052"/>
                  <a:pt x="73532" y="132358"/>
                </a:cubicBezTo>
                <a:lnTo>
                  <a:pt x="73532" y="205890"/>
                </a:lnTo>
                <a:moveTo>
                  <a:pt x="73532" y="154418"/>
                </a:moveTo>
                <a:lnTo>
                  <a:pt x="0" y="154418"/>
                </a:lnTo>
                <a:moveTo>
                  <a:pt x="161771" y="88238"/>
                </a:moveTo>
                <a:cubicBezTo>
                  <a:pt x="180287" y="102125"/>
                  <a:pt x="191184" y="123920"/>
                  <a:pt x="191184" y="147064"/>
                </a:cubicBezTo>
                <a:cubicBezTo>
                  <a:pt x="191184" y="170209"/>
                  <a:pt x="180287" y="192003"/>
                  <a:pt x="161771" y="205890"/>
                </a:cubicBezTo>
                <a:moveTo>
                  <a:pt x="132358" y="121622"/>
                </a:moveTo>
                <a:cubicBezTo>
                  <a:pt x="141429" y="126884"/>
                  <a:pt x="147012" y="136578"/>
                  <a:pt x="147012" y="147064"/>
                </a:cubicBezTo>
                <a:cubicBezTo>
                  <a:pt x="147012" y="157551"/>
                  <a:pt x="141429" y="167245"/>
                  <a:pt x="132358" y="172507"/>
                </a:cubicBezTo>
              </a:path>
            </a:pathLst>
          </a:custGeom>
          <a:noFill/>
          <a:ln w="14708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07324" y="3556552"/>
            <a:ext cx="279423" cy="338249"/>
          </a:xfrm>
          <a:custGeom>
            <a:avLst/>
            <a:gdLst/>
            <a:ahLst/>
            <a:cxnLst/>
            <a:rect l="0" t="0" r="0" b="0"/>
            <a:pathLst>
              <a:path w="279423" h="338249">
                <a:moveTo>
                  <a:pt x="102945" y="88238"/>
                </a:moveTo>
                <a:cubicBezTo>
                  <a:pt x="102945" y="136971"/>
                  <a:pt x="142451" y="176477"/>
                  <a:pt x="191184" y="176477"/>
                </a:cubicBezTo>
                <a:cubicBezTo>
                  <a:pt x="239917" y="176477"/>
                  <a:pt x="279423" y="136971"/>
                  <a:pt x="279423" y="88238"/>
                </a:cubicBezTo>
                <a:cubicBezTo>
                  <a:pt x="279423" y="39505"/>
                  <a:pt x="239917" y="0"/>
                  <a:pt x="191184" y="0"/>
                </a:cubicBezTo>
                <a:cubicBezTo>
                  <a:pt x="142451" y="0"/>
                  <a:pt x="102945" y="39505"/>
                  <a:pt x="102945" y="88238"/>
                </a:cubicBezTo>
                <a:close/>
                <a:moveTo>
                  <a:pt x="169124" y="110298"/>
                </a:moveTo>
                <a:lnTo>
                  <a:pt x="147064" y="88238"/>
                </a:lnTo>
                <a:lnTo>
                  <a:pt x="169124" y="66179"/>
                </a:lnTo>
                <a:moveTo>
                  <a:pt x="213244" y="66179"/>
                </a:moveTo>
                <a:lnTo>
                  <a:pt x="235303" y="88238"/>
                </a:lnTo>
                <a:lnTo>
                  <a:pt x="213244" y="110298"/>
                </a:lnTo>
                <a:moveTo>
                  <a:pt x="0" y="279423"/>
                </a:moveTo>
                <a:lnTo>
                  <a:pt x="191184" y="279423"/>
                </a:lnTo>
                <a:moveTo>
                  <a:pt x="95592" y="305159"/>
                </a:moveTo>
                <a:cubicBezTo>
                  <a:pt x="93561" y="305159"/>
                  <a:pt x="91915" y="306805"/>
                  <a:pt x="91915" y="308836"/>
                </a:cubicBezTo>
                <a:lnTo>
                  <a:pt x="91915" y="308836"/>
                </a:lnTo>
                <a:cubicBezTo>
                  <a:pt x="91915" y="310866"/>
                  <a:pt x="93561" y="312512"/>
                  <a:pt x="95592" y="312512"/>
                </a:cubicBezTo>
                <a:lnTo>
                  <a:pt x="95592" y="312512"/>
                </a:lnTo>
                <a:cubicBezTo>
                  <a:pt x="97622" y="312512"/>
                  <a:pt x="99268" y="310866"/>
                  <a:pt x="99268" y="308836"/>
                </a:cubicBezTo>
                <a:lnTo>
                  <a:pt x="99268" y="308836"/>
                </a:lnTo>
                <a:cubicBezTo>
                  <a:pt x="99268" y="306805"/>
                  <a:pt x="97622" y="305159"/>
                  <a:pt x="95592" y="305159"/>
                </a:cubicBezTo>
                <a:lnTo>
                  <a:pt x="95592" y="305159"/>
                </a:lnTo>
                <a:moveTo>
                  <a:pt x="191184" y="213244"/>
                </a:moveTo>
                <a:lnTo>
                  <a:pt x="191184" y="308836"/>
                </a:lnTo>
                <a:cubicBezTo>
                  <a:pt x="191184" y="325080"/>
                  <a:pt x="178015" y="338249"/>
                  <a:pt x="161771" y="338249"/>
                </a:cubicBezTo>
                <a:lnTo>
                  <a:pt x="29412" y="338249"/>
                </a:lnTo>
                <a:cubicBezTo>
                  <a:pt x="13168" y="338249"/>
                  <a:pt x="0" y="325080"/>
                  <a:pt x="0" y="308836"/>
                </a:cubicBezTo>
                <a:lnTo>
                  <a:pt x="0" y="29412"/>
                </a:lnTo>
                <a:cubicBezTo>
                  <a:pt x="0" y="13168"/>
                  <a:pt x="13168" y="0"/>
                  <a:pt x="29412" y="0"/>
                </a:cubicBezTo>
                <a:lnTo>
                  <a:pt x="102945" y="0"/>
                </a:lnTo>
              </a:path>
            </a:pathLst>
          </a:custGeom>
          <a:noFill/>
          <a:ln w="14708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057499" y="3560229"/>
            <a:ext cx="323336" cy="332093"/>
          </a:xfrm>
          <a:custGeom>
            <a:avLst/>
            <a:gdLst/>
            <a:ahLst/>
            <a:cxnLst/>
            <a:rect l="0" t="0" r="0" b="0"/>
            <a:pathLst>
              <a:path w="323336" h="332093">
                <a:moveTo>
                  <a:pt x="191316" y="160153"/>
                </a:moveTo>
                <a:lnTo>
                  <a:pt x="118519" y="93974"/>
                </a:lnTo>
                <a:cubicBezTo>
                  <a:pt x="106554" y="83001"/>
                  <a:pt x="88781" y="81245"/>
                  <a:pt x="74900" y="89665"/>
                </a:cubicBezTo>
                <a:lnTo>
                  <a:pt x="32133" y="115298"/>
                </a:lnTo>
                <a:cubicBezTo>
                  <a:pt x="12240" y="127300"/>
                  <a:pt x="57" y="148818"/>
                  <a:pt x="0" y="172051"/>
                </a:cubicBezTo>
                <a:lnTo>
                  <a:pt x="0" y="191169"/>
                </a:lnTo>
                <a:cubicBezTo>
                  <a:pt x="0" y="203352"/>
                  <a:pt x="9876" y="213229"/>
                  <a:pt x="22059" y="213229"/>
                </a:cubicBezTo>
                <a:cubicBezTo>
                  <a:pt x="34242" y="213229"/>
                  <a:pt x="44119" y="203352"/>
                  <a:pt x="44119" y="191169"/>
                </a:cubicBezTo>
                <a:lnTo>
                  <a:pt x="44119" y="172051"/>
                </a:lnTo>
                <a:cubicBezTo>
                  <a:pt x="44140" y="164306"/>
                  <a:pt x="48198" y="157132"/>
                  <a:pt x="54825" y="153123"/>
                </a:cubicBezTo>
                <a:lnTo>
                  <a:pt x="73532" y="141917"/>
                </a:lnTo>
                <a:lnTo>
                  <a:pt x="73532" y="200037"/>
                </a:lnTo>
                <a:lnTo>
                  <a:pt x="17647" y="297894"/>
                </a:lnTo>
                <a:cubicBezTo>
                  <a:pt x="13218" y="304752"/>
                  <a:pt x="12939" y="313495"/>
                  <a:pt x="16921" y="320622"/>
                </a:cubicBezTo>
                <a:cubicBezTo>
                  <a:pt x="20903" y="327748"/>
                  <a:pt x="28495" y="332093"/>
                  <a:pt x="36656" y="331917"/>
                </a:cubicBezTo>
                <a:cubicBezTo>
                  <a:pt x="44818" y="331740"/>
                  <a:pt x="52215" y="327070"/>
                  <a:pt x="55884" y="319777"/>
                </a:cubicBezTo>
                <a:lnTo>
                  <a:pt x="95592" y="250348"/>
                </a:lnTo>
                <a:lnTo>
                  <a:pt x="135299" y="319777"/>
                </a:lnTo>
                <a:cubicBezTo>
                  <a:pt x="138969" y="327070"/>
                  <a:pt x="146365" y="331740"/>
                  <a:pt x="154527" y="331917"/>
                </a:cubicBezTo>
                <a:cubicBezTo>
                  <a:pt x="162689" y="332093"/>
                  <a:pt x="170281" y="327748"/>
                  <a:pt x="174263" y="320622"/>
                </a:cubicBezTo>
                <a:cubicBezTo>
                  <a:pt x="178245" y="313495"/>
                  <a:pt x="177965" y="304752"/>
                  <a:pt x="173536" y="297894"/>
                </a:cubicBezTo>
                <a:lnTo>
                  <a:pt x="117651" y="200037"/>
                </a:lnTo>
                <a:lnTo>
                  <a:pt x="117651" y="152815"/>
                </a:lnTo>
                <a:lnTo>
                  <a:pt x="161668" y="192816"/>
                </a:lnTo>
                <a:cubicBezTo>
                  <a:pt x="170688" y="201012"/>
                  <a:pt x="184643" y="200343"/>
                  <a:pt x="192838" y="191324"/>
                </a:cubicBezTo>
                <a:cubicBezTo>
                  <a:pt x="201034" y="182304"/>
                  <a:pt x="200365" y="168348"/>
                  <a:pt x="191346" y="160153"/>
                </a:cubicBezTo>
                <a:close/>
                <a:moveTo>
                  <a:pt x="66179" y="29412"/>
                </a:moveTo>
                <a:cubicBezTo>
                  <a:pt x="66179" y="45657"/>
                  <a:pt x="79347" y="58825"/>
                  <a:pt x="95592" y="58825"/>
                </a:cubicBezTo>
                <a:cubicBezTo>
                  <a:pt x="111836" y="58825"/>
                  <a:pt x="125005" y="45657"/>
                  <a:pt x="125005" y="29412"/>
                </a:cubicBezTo>
                <a:cubicBezTo>
                  <a:pt x="125005" y="13168"/>
                  <a:pt x="111836" y="0"/>
                  <a:pt x="95592" y="0"/>
                </a:cubicBezTo>
                <a:cubicBezTo>
                  <a:pt x="79347" y="0"/>
                  <a:pt x="66179" y="13168"/>
                  <a:pt x="66179" y="29412"/>
                </a:cubicBezTo>
                <a:close/>
                <a:moveTo>
                  <a:pt x="192052" y="192110"/>
                </a:moveTo>
                <a:lnTo>
                  <a:pt x="323336" y="330704"/>
                </a:lnTo>
              </a:path>
            </a:pathLst>
          </a:custGeom>
          <a:noFill/>
          <a:ln w="14708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8" name="Group 47"/>
          <p:cNvGrpSpPr/>
          <p:nvPr/>
        </p:nvGrpSpPr>
        <p:grpSpPr>
          <a:xfrm>
            <a:off x="1172061" y="4301416"/>
            <a:ext cx="1505550" cy="502005"/>
            <a:chOff x="1172061" y="4301416"/>
            <a:chExt cx="1505550" cy="502005"/>
          </a:xfrm>
        </p:grpSpPr>
        <p:sp>
          <p:nvSpPr>
            <p:cNvPr id="46" name="TextBox 45"/>
            <p:cNvSpPr txBox="1"/>
            <p:nvPr/>
          </p:nvSpPr>
          <p:spPr>
            <a:xfrm>
              <a:off x="1172061" y="4301416"/>
              <a:ext cx="1505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BUILD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2061" y="4530016"/>
              <a:ext cx="1505550" cy="273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Core Assistant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133912" y="4301416"/>
            <a:ext cx="1111405" cy="692505"/>
            <a:chOff x="3133912" y="4301416"/>
            <a:chExt cx="1111405" cy="692505"/>
          </a:xfrm>
        </p:grpSpPr>
        <p:sp>
          <p:nvSpPr>
            <p:cNvPr id="49" name="TextBox 48"/>
            <p:cNvSpPr txBox="1"/>
            <p:nvPr/>
          </p:nvSpPr>
          <p:spPr>
            <a:xfrm>
              <a:off x="3133912" y="4301416"/>
              <a:ext cx="11114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INCLUSIVE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133912" y="4530016"/>
              <a:ext cx="11114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Indian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133912" y="4758616"/>
              <a:ext cx="1111405" cy="235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Languages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973900" y="4301416"/>
            <a:ext cx="960986" cy="692505"/>
            <a:chOff x="4973900" y="4301416"/>
            <a:chExt cx="960986" cy="692505"/>
          </a:xfrm>
        </p:grpSpPr>
        <p:sp>
          <p:nvSpPr>
            <p:cNvPr id="53" name="TextBox 52"/>
            <p:cNvSpPr txBox="1"/>
            <p:nvPr/>
          </p:nvSpPr>
          <p:spPr>
            <a:xfrm>
              <a:off x="4973900" y="4301416"/>
              <a:ext cx="960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SCALE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973900" y="4530016"/>
              <a:ext cx="960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Eyewear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973900" y="4758616"/>
              <a:ext cx="960986" cy="235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Access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565362" y="4301416"/>
            <a:ext cx="1307601" cy="692505"/>
            <a:chOff x="6565362" y="4301416"/>
            <a:chExt cx="1307601" cy="692505"/>
          </a:xfrm>
        </p:grpSpPr>
        <p:sp>
          <p:nvSpPr>
            <p:cNvPr id="57" name="TextBox 56"/>
            <p:cNvSpPr txBox="1"/>
            <p:nvPr/>
          </p:nvSpPr>
          <p:spPr>
            <a:xfrm>
              <a:off x="6565362" y="4301416"/>
              <a:ext cx="13076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OFFLINE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65362" y="4530016"/>
              <a:ext cx="13076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No Internet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565362" y="4758616"/>
              <a:ext cx="1307601" cy="235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000000"/>
                  </a:solidFill>
                  <a:latin typeface="Shantell Sans"/>
                </a:rPr>
                <a:t>Required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